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5" r:id="rId12"/>
    <p:sldId id="264" r:id="rId13"/>
    <p:sldId id="266" r:id="rId14"/>
    <p:sldId id="267" r:id="rId15"/>
  </p:sldIdLst>
  <p:sldSz cx="12192000" cy="6858000"/>
  <p:notesSz cx="9144000" cy="6858000"/>
  <p:kinsoku lang="zh-CN" invalStChars="!%),.:;?]}¨·ˇˉ་―‖’”…‰∶、。〃々〉》」』】〕〗！＂＇％），．：；？］｀｜｝～￠" invalEndChars="([{·‘“〈《「『【〔〖（．［｛￡￥"/>
  <p:defaultTextStyle>
    <a:defPPr>
      <a:defRPr lang="zh-CN"/>
    </a:defPPr>
    <a:lvl1pPr marL="0" indent="0" algn="l" defTabSz="914400" eaLnBrk="1" fontAlgn="auto" latinLnBrk="0" hangingPunct="1">
      <a:buNone/>
      <a:defRPr sz="1800" kern="1200">
        <a:solidFill>
          <a:schemeClr val="tx1"/>
        </a:solidFill>
        <a:latin typeface="Droid Sans" charset="0"/>
        <a:ea typeface="SimSun" panose="02010600030101010101" pitchFamily="2" charset="-122"/>
        <a:cs typeface="Droid Sans" charset="0"/>
      </a:defRPr>
    </a:lvl1pPr>
    <a:lvl2pPr marL="457200" indent="0" algn="l" defTabSz="914400" eaLnBrk="1" fontAlgn="auto" latinLnBrk="0" hangingPunct="1">
      <a:buNone/>
      <a:defRPr sz="1800" kern="1200">
        <a:solidFill>
          <a:schemeClr val="tx1"/>
        </a:solidFill>
        <a:latin typeface="Droid Sans" charset="0"/>
        <a:ea typeface="SimSun" panose="02010600030101010101" pitchFamily="2" charset="-122"/>
        <a:cs typeface="Droid Sans" charset="0"/>
      </a:defRPr>
    </a:lvl2pPr>
    <a:lvl3pPr marL="914400" indent="0" algn="l" defTabSz="914400" eaLnBrk="1" fontAlgn="auto" latinLnBrk="0" hangingPunct="1">
      <a:buNone/>
      <a:defRPr sz="1800" kern="1200">
        <a:solidFill>
          <a:schemeClr val="tx1"/>
        </a:solidFill>
        <a:latin typeface="Droid Sans" charset="0"/>
        <a:ea typeface="SimSun" panose="02010600030101010101" pitchFamily="2" charset="-122"/>
        <a:cs typeface="Droid Sans" charset="0"/>
      </a:defRPr>
    </a:lvl3pPr>
    <a:lvl4pPr marL="1371600" indent="0" algn="l" defTabSz="914400" eaLnBrk="1" fontAlgn="auto" latinLnBrk="0" hangingPunct="1">
      <a:buNone/>
      <a:defRPr sz="1800" kern="1200">
        <a:solidFill>
          <a:schemeClr val="tx1"/>
        </a:solidFill>
        <a:latin typeface="Droid Sans" charset="0"/>
        <a:ea typeface="SimSun" panose="02010600030101010101" pitchFamily="2" charset="-122"/>
        <a:cs typeface="Droid Sans" charset="0"/>
      </a:defRPr>
    </a:lvl4pPr>
    <a:lvl5pPr marL="1828800" indent="0" algn="l" defTabSz="914400" eaLnBrk="1" fontAlgn="auto" latinLnBrk="0" hangingPunct="1">
      <a:buNone/>
      <a:defRPr sz="1800" kern="1200">
        <a:solidFill>
          <a:schemeClr val="tx1"/>
        </a:solidFill>
        <a:latin typeface="Droid Sans" charset="0"/>
        <a:ea typeface="SimSun" panose="02010600030101010101" pitchFamily="2" charset="-122"/>
        <a:cs typeface="Droid Sans" charset="0"/>
      </a:defRPr>
    </a:lvl5pPr>
    <a:lvl6pPr marL="2286000" indent="0" algn="l" defTabSz="914400" eaLnBrk="1" fontAlgn="auto" latinLnBrk="0" hangingPunct="1">
      <a:buNone/>
      <a:defRPr sz="1800" kern="1200">
        <a:solidFill>
          <a:schemeClr val="tx1"/>
        </a:solidFill>
        <a:latin typeface="Droid Sans" charset="0"/>
        <a:ea typeface="SimSun" panose="02010600030101010101" pitchFamily="2" charset="-122"/>
        <a:cs typeface="Droid Sans" charset="0"/>
      </a:defRPr>
    </a:lvl6pPr>
    <a:lvl7pPr marL="2743200" indent="0" algn="l" defTabSz="914400" eaLnBrk="1" fontAlgn="auto" latinLnBrk="0" hangingPunct="1">
      <a:buNone/>
      <a:defRPr sz="1800" kern="1200">
        <a:solidFill>
          <a:schemeClr val="tx1"/>
        </a:solidFill>
        <a:latin typeface="Droid Sans" charset="0"/>
        <a:ea typeface="SimSun" panose="02010600030101010101" pitchFamily="2" charset="-122"/>
        <a:cs typeface="Droid Sans" charset="0"/>
      </a:defRPr>
    </a:lvl7pPr>
    <a:lvl8pPr marL="3200400" indent="0" algn="l" defTabSz="914400" eaLnBrk="1" fontAlgn="auto" latinLnBrk="0" hangingPunct="1">
      <a:buNone/>
      <a:defRPr sz="1800" kern="1200">
        <a:solidFill>
          <a:schemeClr val="tx1"/>
        </a:solidFill>
        <a:latin typeface="Droid Sans" charset="0"/>
        <a:ea typeface="SimSun" panose="02010600030101010101" pitchFamily="2" charset="-122"/>
        <a:cs typeface="Droid Sans" charset="0"/>
      </a:defRPr>
    </a:lvl8pPr>
    <a:lvl9pPr marL="3200400" indent="0" algn="l" defTabSz="914400" eaLnBrk="1" fontAlgn="auto" latinLnBrk="0" hangingPunct="1">
      <a:buNone/>
      <a:defRPr sz="1800" kern="1200">
        <a:solidFill>
          <a:schemeClr val="tx1"/>
        </a:solidFill>
        <a:latin typeface="Droid Sans" charset="0"/>
        <a:ea typeface="SimSun" panose="02010600030101010101" pitchFamily="2" charset="-122"/>
        <a:cs typeface="Droid Sans" charset="0"/>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666" autoAdjust="0"/>
    <p:restoredTop sz="100000" autoAdjust="0"/>
  </p:normalViewPr>
  <p:slideViewPr>
    <p:cSldViewPr snapToGrid="0" snapToObjects="1">
      <p:cViewPr varScale="1">
        <p:scale>
          <a:sx n="69" d="100"/>
          <a:sy n="69" d="100"/>
        </p:scale>
        <p:origin x="708" y="60"/>
      </p:cViewPr>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snapToObjects="1">
      <p:cViewPr varScale="1">
        <p:scale>
          <a:sx n="57" d="100"/>
          <a:sy n="57" d="100"/>
        </p:scale>
        <p:origin x="0" y="0"/>
      </p:cViewPr>
      <p:guideLst/>
    </p:cSldViewPr>
  </p:notesViewPr>
  <p:gridSpacing cx="72010" cy="7201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8" Type="http://schemas.openxmlformats.org/officeDocument/2006/relationships/tableStyles" Target="tableStyles.xml"/><Relationship Id="rId17" Type="http://schemas.openxmlformats.org/officeDocument/2006/relationships/viewProps" Target="viewProps.xml"/><Relationship Id="rId16" Type="http://schemas.openxmlformats.org/officeDocument/2006/relationships/presProps" Target="presProps.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 name="文本框"/>
          <p:cNvSpPr>
            <a:spLocks noGrp="1"/>
          </p:cNvSpPr>
          <p:nvPr>
            <p:ph type="sldNum" idx="5"/>
          </p:nvPr>
        </p:nvSpPr>
        <p:spPr>
          <a:xfrm>
            <a:off x="6905625" y="6513513"/>
            <a:ext cx="5283200" cy="344487"/>
          </a:xfrm>
          <a:prstGeom prst="rect">
            <a:avLst/>
          </a:prstGeom>
          <a:noFill/>
          <a:ln w="12700" cap="flat" cmpd="sng">
            <a:noFill/>
            <a:prstDash val="solid"/>
            <a:miter/>
          </a:ln>
        </p:spPr>
        <p:txBody>
          <a:bodyPr vert="horz" wrap="square" lIns="91440" tIns="45720" rIns="91440" bIns="45720" anchor="b" anchorCtr="0"/>
          <a:lstStyle/>
          <a:p>
            <a:pPr algn="r"/>
            <a:fld id="{CAD2D6BD-DE1B-4B5F-8B41-2702339687B9}" type="slidenum">
              <a:rPr lang="en-US" altLang="zh-CN" sz="1200" b="0" i="0" u="none" strike="noStrike" kern="1200" cap="none" spc="0" baseline="0">
                <a:solidFill>
                  <a:schemeClr val="tx1"/>
                </a:solidFill>
                <a:latin typeface="Calibri" panose="020F0502020204030204" charset="0"/>
                <a:ea typeface="等线" charset="0"/>
                <a:cs typeface="Calibri" panose="020F0502020204030204" charset="0"/>
              </a:rPr>
            </a:fld>
            <a:endParaRPr lang="zh-CN" altLang="en-US" sz="1200">
              <a:latin typeface="Calibri" panose="020F0502020204030204" charset="0"/>
              <a:ea typeface="等线" charset="0"/>
              <a:cs typeface="Calibri" panose="020F0502020204030204" charset="0"/>
            </a:endParaRPr>
          </a:p>
        </p:txBody>
      </p:sp>
      <p:sp>
        <p:nvSpPr>
          <p:cNvPr id="17" name="文本框"/>
          <p:cNvSpPr>
            <a:spLocks noGrp="1"/>
          </p:cNvSpPr>
          <p:nvPr>
            <p:ph type="hdr"/>
          </p:nvPr>
        </p:nvSpPr>
        <p:spPr>
          <a:xfrm>
            <a:off x="0" y="0"/>
            <a:ext cx="5283200" cy="344488"/>
          </a:xfrm>
          <a:prstGeom prst="rect">
            <a:avLst/>
          </a:prstGeom>
          <a:noFill/>
          <a:ln w="12700" cap="flat" cmpd="sng">
            <a:noFill/>
            <a:prstDash val="solid"/>
            <a:miter/>
          </a:ln>
        </p:spPr>
        <p:txBody>
          <a:bodyPr vert="horz" wrap="square" lIns="91440" tIns="45720" rIns="91440" bIns="45720" anchor="t" anchorCtr="0"/>
          <a:lstStyle/>
          <a:p>
            <a:pPr algn="l"/>
            <a:endParaRPr lang="zh-CN" altLang="en-US" sz="1200">
              <a:latin typeface="Calibri" panose="020F0502020204030204" charset="0"/>
              <a:ea typeface="等线" charset="0"/>
              <a:cs typeface="Calibri" panose="020F0502020204030204" charset="0"/>
            </a:endParaRPr>
          </a:p>
        </p:txBody>
      </p:sp>
      <p:sp>
        <p:nvSpPr>
          <p:cNvPr id="18" name="文本框"/>
          <p:cNvSpPr>
            <a:spLocks noGrp="1"/>
          </p:cNvSpPr>
          <p:nvPr>
            <p:ph type="dt" idx="1"/>
          </p:nvPr>
        </p:nvSpPr>
        <p:spPr>
          <a:xfrm>
            <a:off x="6905625" y="0"/>
            <a:ext cx="5283200" cy="344488"/>
          </a:xfrm>
          <a:prstGeom prst="rect">
            <a:avLst/>
          </a:prstGeom>
          <a:noFill/>
          <a:ln w="12700" cap="flat" cmpd="sng">
            <a:noFill/>
            <a:prstDash val="solid"/>
            <a:miter/>
          </a:ln>
        </p:spPr>
        <p:txBody>
          <a:bodyPr vert="horz" wrap="square" lIns="91440" tIns="45720" rIns="91440" bIns="45720" anchor="t" anchorCtr="0"/>
          <a:lstStyle/>
          <a:p>
            <a:pPr algn="r"/>
            <a:fld id="{CAD2D6BD-DE1B-4B5F-8B41-2702339687B9}" type="datetime1">
              <a:rPr lang="en-US" altLang="zh-CN" sz="1200">
                <a:latin typeface="Calibri" panose="020F0502020204030204" charset="0"/>
                <a:ea typeface="等线" charset="0"/>
                <a:cs typeface="Calibri" panose="020F0502020204030204" charset="0"/>
              </a:rPr>
            </a:fld>
            <a:endParaRPr lang="zh-CN" altLang="en-US" sz="1200">
              <a:latin typeface="Calibri" panose="020F0502020204030204" charset="0"/>
              <a:ea typeface="等线" charset="0"/>
              <a:cs typeface="Calibri" panose="020F0502020204030204" charset="0"/>
            </a:endParaRPr>
          </a:p>
        </p:txBody>
      </p:sp>
      <p:sp>
        <p:nvSpPr>
          <p:cNvPr id="19" name="对象"/>
          <p:cNvSpPr>
            <a:spLocks noGrp="1" noRot="1" noChangeAspect="1"/>
          </p:cNvSpPr>
          <p:nvPr>
            <p:ph type="sldImg" idx="2"/>
          </p:nvPr>
        </p:nvSpPr>
        <p:spPr>
          <a:xfrm>
            <a:off x="4038600" y="857250"/>
            <a:ext cx="4114800" cy="2314575"/>
          </a:xfrm>
          <a:prstGeom prst="rect">
            <a:avLst/>
          </a:prstGeom>
          <a:noFill/>
          <a:ln w="12700" cap="flat" cmpd="sng">
            <a:solidFill>
              <a:srgbClr val="000000"/>
            </a:solidFill>
            <a:prstDash val="solid"/>
            <a:round/>
          </a:ln>
        </p:spPr>
      </p:sp>
      <p:sp>
        <p:nvSpPr>
          <p:cNvPr id="20" name="文本框"/>
          <p:cNvSpPr>
            <a:spLocks noGrp="1"/>
          </p:cNvSpPr>
          <p:nvPr>
            <p:ph type="body" idx="3"/>
          </p:nvPr>
        </p:nvSpPr>
        <p:spPr>
          <a:xfrm>
            <a:off x="1219200" y="3300412"/>
            <a:ext cx="9753600" cy="2700337"/>
          </a:xfrm>
          <a:prstGeom prst="rect">
            <a:avLst/>
          </a:prstGeom>
          <a:noFill/>
          <a:ln w="12700" cap="flat" cmpd="sng">
            <a:noFill/>
            <a:prstDash val="solid"/>
            <a:miter/>
          </a:ln>
        </p:spPr>
        <p:txBody>
          <a:bodyPr vert="horz" wrap="square" lIns="91440" tIns="45720" rIns="91440" bIns="45720" anchor="t" anchorCtr="0"/>
          <a:lstStyle/>
          <a:p>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21" name="文本框"/>
          <p:cNvSpPr>
            <a:spLocks noGrp="1"/>
          </p:cNvSpPr>
          <p:nvPr>
            <p:ph type="ftr" idx="4"/>
          </p:nvPr>
        </p:nvSpPr>
        <p:spPr>
          <a:xfrm>
            <a:off x="0" y="6513513"/>
            <a:ext cx="5283200" cy="344487"/>
          </a:xfrm>
          <a:prstGeom prst="rect">
            <a:avLst/>
          </a:prstGeom>
          <a:noFill/>
          <a:ln w="12700" cap="flat" cmpd="sng">
            <a:noFill/>
            <a:prstDash val="solid"/>
            <a:miter/>
          </a:ln>
        </p:spPr>
        <p:txBody>
          <a:bodyPr vert="horz" wrap="square" lIns="91440" tIns="45720" rIns="91440" bIns="45720" anchor="b" anchorCtr="0"/>
          <a:lstStyle/>
          <a:p>
            <a:pPr algn="l"/>
            <a:endParaRPr lang="zh-CN" altLang="en-US" sz="1200">
              <a:latin typeface="Calibri" panose="020F0502020204030204" charset="0"/>
              <a:ea typeface="等线" charset="0"/>
              <a:cs typeface="Calibri" panose="020F0502020204030204" charset="0"/>
            </a:endParaRPr>
          </a:p>
        </p:txBody>
      </p:sp>
    </p:spTree>
  </p:cSld>
  <p:clrMap bg1="lt1" tx1="dk1" bg2="lt2" tx2="dk2" accent1="accent1" accent2="accent2" accent3="accent3" accent4="accent4" accent5="accent5" accent6="accent6" hlink="hlink" folHlink="folHlink"/>
  <p:hf hdr="0" ftr="0" dt="0"/>
  <p:notesStyle>
    <a:lvl1pPr marL="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Calibri" panose="020F0502020204030204" charset="0"/>
        <a:ea typeface="等线" charset="0"/>
        <a:cs typeface="Calibri" panose="020F0502020204030204" charset="0"/>
      </a:defRPr>
    </a:lvl1pPr>
    <a:lvl2pPr marL="4572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Calibri" panose="020F0502020204030204" charset="0"/>
        <a:ea typeface="等线" charset="0"/>
        <a:cs typeface="Calibri" panose="020F0502020204030204" charset="0"/>
      </a:defRPr>
    </a:lvl2pPr>
    <a:lvl3pPr marL="9144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Calibri" panose="020F0502020204030204" charset="0"/>
        <a:ea typeface="等线" charset="0"/>
        <a:cs typeface="Calibri" panose="020F0502020204030204" charset="0"/>
      </a:defRPr>
    </a:lvl3pPr>
    <a:lvl4pPr marL="13716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Calibri" panose="020F0502020204030204" charset="0"/>
        <a:ea typeface="等线" charset="0"/>
        <a:cs typeface="Calibri" panose="020F0502020204030204" charset="0"/>
      </a:defRPr>
    </a:lvl4pPr>
    <a:lvl5pPr marL="18288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Calibri" panose="020F0502020204030204" charset="0"/>
        <a:ea typeface="等线" charset="0"/>
        <a:cs typeface="Calibri" panose="020F0502020204030204" charset="0"/>
      </a:defRPr>
    </a:lvl5pPr>
    <a:lvl6pPr marL="22860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Calibri" panose="020F0502020204030204" charset="0"/>
        <a:ea typeface="等线" charset="0"/>
        <a:cs typeface="Calibri" panose="020F0502020204030204" charset="0"/>
      </a:defRPr>
    </a:lvl6pPr>
    <a:lvl7pPr marL="27432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Calibri" panose="020F0502020204030204" charset="0"/>
        <a:ea typeface="等线" charset="0"/>
        <a:cs typeface="Calibri" panose="020F0502020204030204" charset="0"/>
      </a:defRPr>
    </a:lvl7pPr>
    <a:lvl8pPr marL="32004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Calibri" panose="020F0502020204030204" charset="0"/>
        <a:ea typeface="等线" charset="0"/>
        <a:cs typeface="Calibri" panose="020F0502020204030204" charset="0"/>
      </a:defRPr>
    </a:lvl8pPr>
    <a:lvl9pPr marL="3200400" indent="0" algn="l" defTabSz="914400" eaLnBrk="1" fontAlgn="auto" latinLnBrk="0" hangingPunct="1">
      <a:lnSpc>
        <a:spcPct val="100000"/>
      </a:lnSpc>
      <a:spcBef>
        <a:spcPts val="0"/>
      </a:spcBef>
      <a:spcAft>
        <a:spcPts val="0"/>
      </a:spcAft>
      <a:buNone/>
      <a:defRPr sz="1200" b="0" i="0" u="none" strike="noStrike" kern="1200" cap="none" spc="0" baseline="0">
        <a:solidFill>
          <a:schemeClr val="tx1"/>
        </a:solidFill>
        <a:latin typeface="Calibri" panose="020F0502020204030204" charset="0"/>
        <a:ea typeface="等线" charset="0"/>
        <a:cs typeface="Calibri" panose="020F0502020204030204" charset="0"/>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 name="文本框"/>
          <p:cNvSpPr>
            <a:spLocks noGrp="1"/>
          </p:cNvSpPr>
          <p:nvPr>
            <p:ph type="sldNum" idx="5"/>
          </p:nvPr>
        </p:nvSpPr>
        <p:spPr>
          <a:xfrm>
            <a:off x="6905625" y="6513513"/>
            <a:ext cx="5283200" cy="344487"/>
          </a:xfrm>
          <a:prstGeom prst="rect">
            <a:avLst/>
          </a:prstGeom>
          <a:noFill/>
          <a:ln w="12700" cap="flat" cmpd="sng">
            <a:noFill/>
            <a:prstDash val="solid"/>
            <a:miter/>
          </a:ln>
        </p:spPr>
        <p:txBody>
          <a:bodyPr vert="horz" wrap="square" lIns="91440" tIns="45720" rIns="91440" bIns="45720" anchor="b" anchorCtr="0"/>
          <a:lstStyle/>
          <a:p>
            <a:pPr algn="r"/>
            <a:fld id="{CAD2D6BD-DE1B-4B5F-8B41-2702339687B9}" type="slidenum">
              <a:rPr lang="en-US" altLang="zh-CN" sz="1200" b="0" i="0" u="none" strike="noStrike" kern="1200" cap="none" spc="0" baseline="0">
                <a:solidFill>
                  <a:schemeClr val="tx1"/>
                </a:solidFill>
                <a:latin typeface="Calibri" panose="020F0502020204030204" charset="0"/>
                <a:ea typeface="等线" charset="0"/>
                <a:cs typeface="Calibri" panose="020F0502020204030204" charset="0"/>
              </a:rPr>
            </a:fld>
            <a:endParaRPr lang="zh-CN" altLang="en-US" sz="1200">
              <a:latin typeface="Calibri" panose="020F0502020204030204" charset="0"/>
              <a:ea typeface="等线" charset="0"/>
              <a:cs typeface="Calibri" panose="020F0502020204030204" charset="0"/>
            </a:endParaRPr>
          </a:p>
        </p:txBody>
      </p:sp>
      <p:sp>
        <p:nvSpPr>
          <p:cNvPr id="47" name="对象"/>
          <p:cNvSpPr>
            <a:spLocks noGrp="1" noRot="1" noChangeAspect="1"/>
          </p:cNvSpPr>
          <p:nvPr>
            <p:ph type="sldImg"/>
          </p:nvPr>
        </p:nvSpPr>
        <p:spPr>
          <a:xfrm>
            <a:off x="4038600" y="857250"/>
            <a:ext cx="4114800" cy="2314575"/>
          </a:xfrm>
          <a:prstGeom prst="rect">
            <a:avLst/>
          </a:prstGeom>
          <a:noFill/>
          <a:ln w="12700" cap="flat" cmpd="sng">
            <a:noFill/>
            <a:prstDash val="solid"/>
            <a:miter/>
          </a:ln>
        </p:spPr>
      </p:sp>
      <p:sp>
        <p:nvSpPr>
          <p:cNvPr id="48" name="文本框"/>
          <p:cNvSpPr>
            <a:spLocks noGrp="1"/>
          </p:cNvSpPr>
          <p:nvPr>
            <p:ph type="body" idx="1"/>
          </p:nvPr>
        </p:nvSpPr>
        <p:spPr>
          <a:xfrm>
            <a:off x="1219200" y="3300412"/>
            <a:ext cx="9753600" cy="2700337"/>
          </a:xfrm>
          <a:prstGeom prst="rect">
            <a:avLst/>
          </a:prstGeom>
          <a:noFill/>
          <a:ln w="12700" cap="flat" cmpd="sng">
            <a:noFill/>
            <a:prstDash val="solid"/>
            <a:miter/>
          </a:ln>
        </p:spPr>
        <p:txBody>
          <a:bodyPr vert="horz" wrap="square" lIns="91440" tIns="45720" rIns="91440" bIns="45720" anchor="t" anchorCtr="0"/>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p:cNvSpPr>
            <a:spLocks noGrp="1" noRot="1" noChangeAspect="1"/>
          </p:cNvSpPr>
          <p:nvPr>
            <p:ph type="sldImg"/>
          </p:nvPr>
        </p:nvSpPr>
        <p:spPr/>
      </p:sp>
      <p:sp>
        <p:nvSpPr>
          <p:cNvPr id="3" name="文本框"/>
          <p:cNvSpPr>
            <a:spLocks noGrp="1"/>
          </p:cNvSpPr>
          <p:nvPr>
            <p:ph type="body" idx="1"/>
          </p:nvPr>
        </p:nvSpPr>
        <p:spPr/>
        <p:txBody>
          <a:bodyPr/>
          <a:lstStyle/>
          <a:p>
            <a:endParaRPr lang="zh-CN" altLang="en-US"/>
          </a:p>
        </p:txBody>
      </p:sp>
      <p:sp>
        <p:nvSpPr>
          <p:cNvPr id="22" name="文本框"/>
          <p:cNvSpPr>
            <a:spLocks noGrp="1"/>
          </p:cNvSpPr>
          <p:nvPr>
            <p:ph type="sldNum" idx="5"/>
          </p:nvPr>
        </p:nvSpPr>
        <p:spPr>
          <a:xfrm>
            <a:off x="6905625" y="6513513"/>
            <a:ext cx="5283200" cy="344487"/>
          </a:xfrm>
          <a:prstGeom prst="rect">
            <a:avLst/>
          </a:prstGeom>
          <a:noFill/>
          <a:ln w="12700" cap="flat" cmpd="sng">
            <a:noFill/>
            <a:prstDash val="solid"/>
            <a:miter/>
          </a:ln>
        </p:spPr>
        <p:txBody>
          <a:bodyPr vert="horz" wrap="square" lIns="91440" tIns="45720" rIns="91440" bIns="45720" anchor="b" anchorCtr="0"/>
          <a:lstStyle/>
          <a:p>
            <a:pPr algn="r"/>
            <a:fld id="{CAD2D6BD-DE1B-4B5F-8B41-2702339687B9}" type="slidenum">
              <a:rPr lang="en-US" altLang="zh-CN" sz="1200" b="0" i="0" u="none" strike="noStrike" kern="1200" cap="none" spc="0" baseline="0">
                <a:solidFill>
                  <a:schemeClr val="tx1"/>
                </a:solidFill>
                <a:latin typeface="Calibri" panose="020F0502020204030204" charset="0"/>
                <a:ea typeface="等线" charset="0"/>
                <a:cs typeface="Calibri" panose="020F0502020204030204" charset="0"/>
              </a:rPr>
            </a:fld>
            <a:endParaRPr lang="zh-CN" altLang="en-US" sz="1200">
              <a:latin typeface="Calibri" panose="020F0502020204030204" charset="0"/>
              <a:ea typeface="等线" charset="0"/>
              <a:cs typeface="Calibri" panose="020F050202020403020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p:cNvSpPr>
            <a:spLocks noGrp="1" noRot="1" noChangeAspect="1"/>
          </p:cNvSpPr>
          <p:nvPr>
            <p:ph type="sldImg"/>
          </p:nvPr>
        </p:nvSpPr>
        <p:spPr/>
      </p:sp>
      <p:sp>
        <p:nvSpPr>
          <p:cNvPr id="3" name="文本框"/>
          <p:cNvSpPr>
            <a:spLocks noGrp="1"/>
          </p:cNvSpPr>
          <p:nvPr>
            <p:ph type="body" idx="1"/>
          </p:nvPr>
        </p:nvSpPr>
        <p:spPr/>
        <p:txBody>
          <a:bodyPr/>
          <a:lstStyle/>
          <a:p>
            <a:endParaRPr lang="zh-CN" altLang="en-US"/>
          </a:p>
        </p:txBody>
      </p:sp>
      <p:sp>
        <p:nvSpPr>
          <p:cNvPr id="22" name="文本框"/>
          <p:cNvSpPr>
            <a:spLocks noGrp="1"/>
          </p:cNvSpPr>
          <p:nvPr>
            <p:ph type="sldNum" idx="5"/>
          </p:nvPr>
        </p:nvSpPr>
        <p:spPr>
          <a:xfrm>
            <a:off x="6905625" y="6513513"/>
            <a:ext cx="5283200" cy="344487"/>
          </a:xfrm>
          <a:prstGeom prst="rect">
            <a:avLst/>
          </a:prstGeom>
          <a:noFill/>
          <a:ln w="12700" cap="flat" cmpd="sng">
            <a:noFill/>
            <a:prstDash val="solid"/>
            <a:miter/>
          </a:ln>
        </p:spPr>
        <p:txBody>
          <a:bodyPr vert="horz" wrap="square" lIns="91440" tIns="45720" rIns="91440" bIns="45720" anchor="b" anchorCtr="0"/>
          <a:lstStyle/>
          <a:p>
            <a:pPr algn="r"/>
            <a:fld id="{CAD2D6BD-DE1B-4B5F-8B41-2702339687B9}" type="slidenum">
              <a:rPr lang="en-US" altLang="zh-CN" sz="1200" b="0" i="0" u="none" strike="noStrike" kern="1200" cap="none" spc="0" baseline="0">
                <a:solidFill>
                  <a:schemeClr val="tx1"/>
                </a:solidFill>
                <a:latin typeface="Calibri" panose="020F0502020204030204" charset="0"/>
                <a:ea typeface="等线" charset="0"/>
                <a:cs typeface="Calibri" panose="020F0502020204030204" charset="0"/>
              </a:rPr>
            </a:fld>
            <a:endParaRPr lang="zh-CN" altLang="en-US" sz="1200">
              <a:latin typeface="Calibri" panose="020F0502020204030204" charset="0"/>
              <a:ea typeface="等线" charset="0"/>
              <a:cs typeface="Calibri" panose="020F050202020403020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p:cNvSpPr>
            <a:spLocks noGrp="1" noRot="1" noChangeAspect="1"/>
          </p:cNvSpPr>
          <p:nvPr>
            <p:ph type="sldImg"/>
          </p:nvPr>
        </p:nvSpPr>
        <p:spPr/>
      </p:sp>
      <p:sp>
        <p:nvSpPr>
          <p:cNvPr id="3" name="文本框"/>
          <p:cNvSpPr>
            <a:spLocks noGrp="1"/>
          </p:cNvSpPr>
          <p:nvPr>
            <p:ph type="body" idx="1"/>
          </p:nvPr>
        </p:nvSpPr>
        <p:spPr/>
        <p:txBody>
          <a:bodyPr/>
          <a:lstStyle/>
          <a:p>
            <a:endParaRPr lang="zh-CN" altLang="en-US"/>
          </a:p>
        </p:txBody>
      </p:sp>
      <p:sp>
        <p:nvSpPr>
          <p:cNvPr id="22" name="文本框"/>
          <p:cNvSpPr>
            <a:spLocks noGrp="1"/>
          </p:cNvSpPr>
          <p:nvPr>
            <p:ph type="sldNum" idx="5"/>
          </p:nvPr>
        </p:nvSpPr>
        <p:spPr>
          <a:xfrm>
            <a:off x="6905625" y="6513513"/>
            <a:ext cx="5283200" cy="344487"/>
          </a:xfrm>
          <a:prstGeom prst="rect">
            <a:avLst/>
          </a:prstGeom>
          <a:noFill/>
          <a:ln w="12700" cap="flat" cmpd="sng">
            <a:noFill/>
            <a:prstDash val="solid"/>
            <a:miter/>
          </a:ln>
        </p:spPr>
        <p:txBody>
          <a:bodyPr vert="horz" wrap="square" lIns="91440" tIns="45720" rIns="91440" bIns="45720" anchor="b" anchorCtr="0"/>
          <a:lstStyle/>
          <a:p>
            <a:pPr algn="r"/>
            <a:fld id="{CAD2D6BD-DE1B-4B5F-8B41-2702339687B9}" type="slidenum">
              <a:rPr lang="en-US" altLang="zh-CN" sz="1200" b="0" i="0" u="none" strike="noStrike" kern="1200" cap="none" spc="0" baseline="0">
                <a:solidFill>
                  <a:schemeClr val="tx1"/>
                </a:solidFill>
                <a:latin typeface="Calibri" panose="020F0502020204030204" charset="0"/>
                <a:ea typeface="等线" charset="0"/>
                <a:cs typeface="Calibri" panose="020F0502020204030204" charset="0"/>
              </a:rPr>
            </a:fld>
            <a:endParaRPr lang="zh-CN" altLang="en-US" sz="1200">
              <a:latin typeface="Calibri" panose="020F0502020204030204" charset="0"/>
              <a:ea typeface="等线" charset="0"/>
              <a:cs typeface="Calibri" panose="020F050202020403020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p:cNvSpPr>
            <a:spLocks noGrp="1" noRot="1" noChangeAspect="1"/>
          </p:cNvSpPr>
          <p:nvPr>
            <p:ph type="sldImg"/>
          </p:nvPr>
        </p:nvSpPr>
        <p:spPr/>
      </p:sp>
      <p:sp>
        <p:nvSpPr>
          <p:cNvPr id="3" name="文本框"/>
          <p:cNvSpPr>
            <a:spLocks noGrp="1"/>
          </p:cNvSpPr>
          <p:nvPr>
            <p:ph type="body" idx="1"/>
          </p:nvPr>
        </p:nvSpPr>
        <p:spPr/>
        <p:txBody>
          <a:bodyPr/>
          <a:lstStyle/>
          <a:p>
            <a:endParaRPr lang="zh-CN" altLang="en-US"/>
          </a:p>
        </p:txBody>
      </p:sp>
      <p:sp>
        <p:nvSpPr>
          <p:cNvPr id="22" name="文本框"/>
          <p:cNvSpPr>
            <a:spLocks noGrp="1"/>
          </p:cNvSpPr>
          <p:nvPr>
            <p:ph type="sldNum" idx="5"/>
          </p:nvPr>
        </p:nvSpPr>
        <p:spPr>
          <a:xfrm>
            <a:off x="6905625" y="6513513"/>
            <a:ext cx="5283200" cy="344487"/>
          </a:xfrm>
          <a:prstGeom prst="rect">
            <a:avLst/>
          </a:prstGeom>
          <a:noFill/>
          <a:ln w="12700" cap="flat" cmpd="sng">
            <a:noFill/>
            <a:prstDash val="solid"/>
            <a:miter/>
          </a:ln>
        </p:spPr>
        <p:txBody>
          <a:bodyPr vert="horz" wrap="square" lIns="91440" tIns="45720" rIns="91440" bIns="45720" anchor="b" anchorCtr="0"/>
          <a:lstStyle/>
          <a:p>
            <a:pPr algn="r"/>
            <a:fld id="{CAD2D6BD-DE1B-4B5F-8B41-2702339687B9}" type="slidenum">
              <a:rPr lang="en-US" altLang="zh-CN" sz="1200" b="0" i="0" u="none" strike="noStrike" kern="1200" cap="none" spc="0" baseline="0">
                <a:solidFill>
                  <a:schemeClr val="tx1"/>
                </a:solidFill>
                <a:latin typeface="Calibri" panose="020F0502020204030204" charset="0"/>
                <a:ea typeface="等线" charset="0"/>
                <a:cs typeface="Calibri" panose="020F0502020204030204" charset="0"/>
              </a:rPr>
            </a:fld>
            <a:endParaRPr lang="zh-CN" altLang="en-US" sz="1200">
              <a:latin typeface="Calibri" panose="020F0502020204030204" charset="0"/>
              <a:ea typeface="等线" charset="0"/>
              <a:cs typeface="Calibri" panose="020F050202020403020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p:cNvSpPr>
            <a:spLocks noGrp="1" noRot="1" noChangeAspect="1"/>
          </p:cNvSpPr>
          <p:nvPr>
            <p:ph type="sldImg"/>
          </p:nvPr>
        </p:nvSpPr>
        <p:spPr/>
      </p:sp>
      <p:sp>
        <p:nvSpPr>
          <p:cNvPr id="3" name="文本框"/>
          <p:cNvSpPr>
            <a:spLocks noGrp="1"/>
          </p:cNvSpPr>
          <p:nvPr>
            <p:ph type="body" idx="1"/>
          </p:nvPr>
        </p:nvSpPr>
        <p:spPr/>
        <p:txBody>
          <a:bodyPr/>
          <a:lstStyle/>
          <a:p>
            <a:endParaRPr lang="zh-CN" altLang="en-US"/>
          </a:p>
        </p:txBody>
      </p:sp>
      <p:sp>
        <p:nvSpPr>
          <p:cNvPr id="22" name="文本框"/>
          <p:cNvSpPr>
            <a:spLocks noGrp="1"/>
          </p:cNvSpPr>
          <p:nvPr>
            <p:ph type="sldNum" idx="5"/>
          </p:nvPr>
        </p:nvSpPr>
        <p:spPr>
          <a:xfrm>
            <a:off x="6905625" y="6513513"/>
            <a:ext cx="5283200" cy="344487"/>
          </a:xfrm>
          <a:prstGeom prst="rect">
            <a:avLst/>
          </a:prstGeom>
          <a:noFill/>
          <a:ln w="12700" cap="flat" cmpd="sng">
            <a:noFill/>
            <a:prstDash val="solid"/>
            <a:miter/>
          </a:ln>
        </p:spPr>
        <p:txBody>
          <a:bodyPr vert="horz" wrap="square" lIns="91440" tIns="45720" rIns="91440" bIns="45720" anchor="b" anchorCtr="0"/>
          <a:lstStyle/>
          <a:p>
            <a:pPr algn="r"/>
            <a:fld id="{CAD2D6BD-DE1B-4B5F-8B41-2702339687B9}" type="slidenum">
              <a:rPr lang="en-US" altLang="zh-CN" sz="1200" b="0" i="0" u="none" strike="noStrike" kern="1200" cap="none" spc="0" baseline="0">
                <a:solidFill>
                  <a:schemeClr val="tx1"/>
                </a:solidFill>
                <a:latin typeface="Calibri" panose="020F0502020204030204" charset="0"/>
                <a:ea typeface="等线" charset="0"/>
                <a:cs typeface="Calibri" panose="020F0502020204030204" charset="0"/>
              </a:rPr>
            </a:fld>
            <a:endParaRPr lang="zh-CN" altLang="en-US" sz="1200">
              <a:latin typeface="Calibri" panose="020F0502020204030204" charset="0"/>
              <a:ea typeface="等线" charset="0"/>
              <a:cs typeface="Calibri" panose="020F050202020403020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p:cNvSpPr>
            <a:spLocks noGrp="1" noRot="1" noChangeAspect="1"/>
          </p:cNvSpPr>
          <p:nvPr>
            <p:ph type="sldImg"/>
          </p:nvPr>
        </p:nvSpPr>
        <p:spPr/>
      </p:sp>
      <p:sp>
        <p:nvSpPr>
          <p:cNvPr id="3" name="文本框"/>
          <p:cNvSpPr>
            <a:spLocks noGrp="1"/>
          </p:cNvSpPr>
          <p:nvPr>
            <p:ph type="body" idx="1"/>
          </p:nvPr>
        </p:nvSpPr>
        <p:spPr/>
        <p:txBody>
          <a:bodyPr/>
          <a:lstStyle/>
          <a:p>
            <a:endParaRPr lang="zh-CN" altLang="en-US"/>
          </a:p>
        </p:txBody>
      </p:sp>
      <p:sp>
        <p:nvSpPr>
          <p:cNvPr id="22" name="文本框"/>
          <p:cNvSpPr>
            <a:spLocks noGrp="1"/>
          </p:cNvSpPr>
          <p:nvPr>
            <p:ph type="sldNum" idx="5"/>
          </p:nvPr>
        </p:nvSpPr>
        <p:spPr>
          <a:xfrm>
            <a:off x="6905625" y="6513513"/>
            <a:ext cx="5283200" cy="344487"/>
          </a:xfrm>
          <a:prstGeom prst="rect">
            <a:avLst/>
          </a:prstGeom>
          <a:noFill/>
          <a:ln w="12700" cap="flat" cmpd="sng">
            <a:noFill/>
            <a:prstDash val="solid"/>
            <a:miter/>
          </a:ln>
        </p:spPr>
        <p:txBody>
          <a:bodyPr vert="horz" wrap="square" lIns="91440" tIns="45720" rIns="91440" bIns="45720" anchor="b" anchorCtr="0"/>
          <a:lstStyle/>
          <a:p>
            <a:pPr algn="r"/>
            <a:fld id="{CAD2D6BD-DE1B-4B5F-8B41-2702339687B9}" type="slidenum">
              <a:rPr lang="en-US" altLang="zh-CN" sz="1200" b="0" i="0" u="none" strike="noStrike" kern="1200" cap="none" spc="0" baseline="0">
                <a:solidFill>
                  <a:schemeClr val="tx1"/>
                </a:solidFill>
                <a:latin typeface="Calibri" panose="020F0502020204030204" charset="0"/>
                <a:ea typeface="等线" charset="0"/>
                <a:cs typeface="Calibri" panose="020F0502020204030204" charset="0"/>
              </a:rPr>
            </a:fld>
            <a:endParaRPr lang="zh-CN" altLang="en-US" sz="1200">
              <a:latin typeface="Calibri" panose="020F0502020204030204" charset="0"/>
              <a:ea typeface="等线" charset="0"/>
              <a:cs typeface="Calibri" panose="020F050202020403020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p:cNvSpPr>
            <a:spLocks noGrp="1" noRot="1" noChangeAspect="1"/>
          </p:cNvSpPr>
          <p:nvPr>
            <p:ph type="sldImg"/>
          </p:nvPr>
        </p:nvSpPr>
        <p:spPr/>
      </p:sp>
      <p:sp>
        <p:nvSpPr>
          <p:cNvPr id="3" name="文本框"/>
          <p:cNvSpPr>
            <a:spLocks noGrp="1"/>
          </p:cNvSpPr>
          <p:nvPr>
            <p:ph type="body" idx="1"/>
          </p:nvPr>
        </p:nvSpPr>
        <p:spPr/>
        <p:txBody>
          <a:bodyPr/>
          <a:lstStyle/>
          <a:p>
            <a:endParaRPr lang="zh-CN" altLang="en-US"/>
          </a:p>
        </p:txBody>
      </p:sp>
      <p:sp>
        <p:nvSpPr>
          <p:cNvPr id="22" name="文本框"/>
          <p:cNvSpPr>
            <a:spLocks noGrp="1"/>
          </p:cNvSpPr>
          <p:nvPr>
            <p:ph type="sldNum" idx="5"/>
          </p:nvPr>
        </p:nvSpPr>
        <p:spPr>
          <a:xfrm>
            <a:off x="6905625" y="6513513"/>
            <a:ext cx="5283200" cy="344487"/>
          </a:xfrm>
          <a:prstGeom prst="rect">
            <a:avLst/>
          </a:prstGeom>
          <a:noFill/>
          <a:ln w="12700" cap="flat" cmpd="sng">
            <a:noFill/>
            <a:prstDash val="solid"/>
            <a:miter/>
          </a:ln>
        </p:spPr>
        <p:txBody>
          <a:bodyPr vert="horz" wrap="square" lIns="91440" tIns="45720" rIns="91440" bIns="45720" anchor="b" anchorCtr="0"/>
          <a:lstStyle/>
          <a:p>
            <a:pPr algn="r"/>
            <a:fld id="{CAD2D6BD-DE1B-4B5F-8B41-2702339687B9}" type="slidenum">
              <a:rPr lang="en-US" altLang="zh-CN" sz="1200" b="0" i="0" u="none" strike="noStrike" kern="1200" cap="none" spc="0" baseline="0">
                <a:solidFill>
                  <a:schemeClr val="tx1"/>
                </a:solidFill>
                <a:latin typeface="Calibri" panose="020F0502020204030204" charset="0"/>
                <a:ea typeface="等线" charset="0"/>
                <a:cs typeface="Calibri" panose="020F0502020204030204" charset="0"/>
              </a:rPr>
            </a:fld>
            <a:endParaRPr lang="zh-CN" altLang="en-US" sz="1200">
              <a:latin typeface="Calibri" panose="020F0502020204030204" charset="0"/>
              <a:ea typeface="等线" charset="0"/>
              <a:cs typeface="Calibri" panose="020F050202020403020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p:cNvSpPr>
            <a:spLocks noGrp="1" noRot="1" noChangeAspect="1"/>
          </p:cNvSpPr>
          <p:nvPr>
            <p:ph type="sldImg"/>
          </p:nvPr>
        </p:nvSpPr>
        <p:spPr/>
      </p:sp>
      <p:sp>
        <p:nvSpPr>
          <p:cNvPr id="3" name="文本框"/>
          <p:cNvSpPr>
            <a:spLocks noGrp="1"/>
          </p:cNvSpPr>
          <p:nvPr>
            <p:ph type="body" idx="1"/>
          </p:nvPr>
        </p:nvSpPr>
        <p:spPr/>
        <p:txBody>
          <a:bodyPr/>
          <a:lstStyle/>
          <a:p>
            <a:endParaRPr lang="zh-CN" altLang="en-US"/>
          </a:p>
        </p:txBody>
      </p:sp>
      <p:sp>
        <p:nvSpPr>
          <p:cNvPr id="22" name="文本框"/>
          <p:cNvSpPr>
            <a:spLocks noGrp="1"/>
          </p:cNvSpPr>
          <p:nvPr>
            <p:ph type="sldNum" idx="5"/>
          </p:nvPr>
        </p:nvSpPr>
        <p:spPr>
          <a:xfrm>
            <a:off x="6905625" y="6513513"/>
            <a:ext cx="5283200" cy="344487"/>
          </a:xfrm>
          <a:prstGeom prst="rect">
            <a:avLst/>
          </a:prstGeom>
          <a:noFill/>
          <a:ln w="12700" cap="flat" cmpd="sng">
            <a:noFill/>
            <a:prstDash val="solid"/>
            <a:miter/>
          </a:ln>
        </p:spPr>
        <p:txBody>
          <a:bodyPr vert="horz" wrap="square" lIns="91440" tIns="45720" rIns="91440" bIns="45720" anchor="b" anchorCtr="0"/>
          <a:lstStyle/>
          <a:p>
            <a:pPr algn="r"/>
            <a:fld id="{CAD2D6BD-DE1B-4B5F-8B41-2702339687B9}" type="slidenum">
              <a:rPr lang="en-US" altLang="zh-CN" sz="1200" b="0" i="0" u="none" strike="noStrike" kern="1200" cap="none" spc="0" baseline="0">
                <a:solidFill>
                  <a:schemeClr val="tx1"/>
                </a:solidFill>
                <a:latin typeface="Calibri" panose="020F0502020204030204" charset="0"/>
                <a:ea typeface="等线" charset="0"/>
                <a:cs typeface="Calibri" panose="020F0502020204030204" charset="0"/>
              </a:rPr>
            </a:fld>
            <a:endParaRPr lang="zh-CN" altLang="en-US" sz="1200">
              <a:latin typeface="Calibri" panose="020F0502020204030204" charset="0"/>
              <a:ea typeface="等线" charset="0"/>
              <a:cs typeface="Calibri" panose="020F050202020403020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 name="文本框"/>
          <p:cNvSpPr>
            <a:spLocks noGrp="1"/>
          </p:cNvSpPr>
          <p:nvPr>
            <p:ph type="sldNum" idx="5"/>
          </p:nvPr>
        </p:nvSpPr>
        <p:spPr>
          <a:xfrm>
            <a:off x="6905625" y="6513513"/>
            <a:ext cx="5283200" cy="344487"/>
          </a:xfrm>
          <a:prstGeom prst="rect">
            <a:avLst/>
          </a:prstGeom>
          <a:noFill/>
          <a:ln w="12700" cap="flat" cmpd="sng">
            <a:noFill/>
            <a:prstDash val="solid"/>
            <a:miter/>
          </a:ln>
        </p:spPr>
        <p:txBody>
          <a:bodyPr vert="horz" wrap="square" lIns="91440" tIns="45720" rIns="91440" bIns="45720" anchor="b" anchorCtr="0"/>
          <a:lstStyle/>
          <a:p>
            <a:pPr algn="r"/>
            <a:fld id="{CAD2D6BD-DE1B-4B5F-8B41-2702339687B9}" type="slidenum">
              <a:rPr lang="en-US" altLang="zh-CN" sz="1200" b="0" i="0" u="none" strike="noStrike" kern="1200" cap="none" spc="0" baseline="0">
                <a:solidFill>
                  <a:schemeClr val="tx1"/>
                </a:solidFill>
                <a:latin typeface="Calibri" panose="020F0502020204030204" charset="0"/>
                <a:ea typeface="等线" charset="0"/>
                <a:cs typeface="Calibri" panose="020F0502020204030204" charset="0"/>
              </a:rPr>
            </a:fld>
            <a:endParaRPr lang="zh-CN" altLang="en-US" sz="1200">
              <a:latin typeface="Calibri" panose="020F0502020204030204" charset="0"/>
              <a:ea typeface="等线" charset="0"/>
              <a:cs typeface="Calibri" panose="020F0502020204030204" charset="0"/>
            </a:endParaRPr>
          </a:p>
        </p:txBody>
      </p:sp>
      <p:sp>
        <p:nvSpPr>
          <p:cNvPr id="165" name="对象"/>
          <p:cNvSpPr>
            <a:spLocks noGrp="1" noRot="1" noChangeAspect="1"/>
          </p:cNvSpPr>
          <p:nvPr>
            <p:ph type="sldImg"/>
          </p:nvPr>
        </p:nvSpPr>
        <p:spPr>
          <a:xfrm>
            <a:off x="4038600" y="857250"/>
            <a:ext cx="4114800" cy="2314575"/>
          </a:xfrm>
          <a:prstGeom prst="rect">
            <a:avLst/>
          </a:prstGeom>
          <a:noFill/>
          <a:ln w="12700" cap="flat" cmpd="sng">
            <a:noFill/>
            <a:prstDash val="solid"/>
            <a:miter/>
          </a:ln>
        </p:spPr>
      </p:sp>
      <p:sp>
        <p:nvSpPr>
          <p:cNvPr id="166" name="文本框"/>
          <p:cNvSpPr>
            <a:spLocks noGrp="1"/>
          </p:cNvSpPr>
          <p:nvPr>
            <p:ph type="body" idx="1"/>
          </p:nvPr>
        </p:nvSpPr>
        <p:spPr>
          <a:xfrm>
            <a:off x="1219200" y="3300412"/>
            <a:ext cx="9753600" cy="2700337"/>
          </a:xfrm>
          <a:prstGeom prst="rect">
            <a:avLst/>
          </a:prstGeom>
          <a:noFill/>
          <a:ln w="12700" cap="flat" cmpd="sng">
            <a:noFill/>
            <a:prstDash val="solid"/>
            <a:miter/>
          </a:ln>
        </p:spPr>
        <p:txBody>
          <a:bodyPr vert="horz" wrap="square" lIns="91440" tIns="45720" rIns="91440" bIns="45720" anchor="t" anchorCtr="0"/>
          <a:lstStyle/>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p:cNvSpPr>
            <a:spLocks noGrp="1" noRot="1" noChangeAspect="1"/>
          </p:cNvSpPr>
          <p:nvPr>
            <p:ph type="sldImg"/>
          </p:nvPr>
        </p:nvSpPr>
        <p:spPr/>
      </p:sp>
      <p:sp>
        <p:nvSpPr>
          <p:cNvPr id="3" name="文本框"/>
          <p:cNvSpPr>
            <a:spLocks noGrp="1"/>
          </p:cNvSpPr>
          <p:nvPr>
            <p:ph type="body" idx="1"/>
          </p:nvPr>
        </p:nvSpPr>
        <p:spPr/>
        <p:txBody>
          <a:bodyPr/>
          <a:lstStyle/>
          <a:p>
            <a:endParaRPr lang="zh-CN" altLang="en-US"/>
          </a:p>
        </p:txBody>
      </p:sp>
      <p:sp>
        <p:nvSpPr>
          <p:cNvPr id="22" name="文本框"/>
          <p:cNvSpPr>
            <a:spLocks noGrp="1"/>
          </p:cNvSpPr>
          <p:nvPr>
            <p:ph type="sldNum" idx="5"/>
          </p:nvPr>
        </p:nvSpPr>
        <p:spPr>
          <a:xfrm>
            <a:off x="6905625" y="6513513"/>
            <a:ext cx="5283200" cy="344487"/>
          </a:xfrm>
          <a:prstGeom prst="rect">
            <a:avLst/>
          </a:prstGeom>
          <a:noFill/>
          <a:ln w="12700" cap="flat" cmpd="sng">
            <a:noFill/>
            <a:prstDash val="solid"/>
            <a:miter/>
          </a:ln>
        </p:spPr>
        <p:txBody>
          <a:bodyPr vert="horz" wrap="square" lIns="91440" tIns="45720" rIns="91440" bIns="45720" anchor="b" anchorCtr="0"/>
          <a:lstStyle/>
          <a:p>
            <a:pPr algn="r"/>
            <a:fld id="{CAD2D6BD-DE1B-4B5F-8B41-2702339687B9}" type="slidenum">
              <a:rPr lang="en-US" altLang="zh-CN" sz="1200" b="0" i="0" u="none" strike="noStrike" kern="1200" cap="none" spc="0" baseline="0">
                <a:solidFill>
                  <a:schemeClr val="tx1"/>
                </a:solidFill>
                <a:latin typeface="Calibri" panose="020F0502020204030204" charset="0"/>
                <a:ea typeface="等线" charset="0"/>
                <a:cs typeface="Calibri" panose="020F0502020204030204" charset="0"/>
              </a:rPr>
            </a:fld>
            <a:endParaRPr lang="zh-CN" altLang="en-US" sz="1200">
              <a:latin typeface="Calibri" panose="020F0502020204030204" charset="0"/>
              <a:ea typeface="等线" charset="0"/>
              <a:cs typeface="Calibri" panose="020F0502020204030204"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p:cNvSpPr>
            <a:spLocks noGrp="1" noRot="1" noChangeAspect="1"/>
          </p:cNvSpPr>
          <p:nvPr>
            <p:ph type="sldImg"/>
          </p:nvPr>
        </p:nvSpPr>
        <p:spPr/>
      </p:sp>
      <p:sp>
        <p:nvSpPr>
          <p:cNvPr id="3" name="文本框"/>
          <p:cNvSpPr>
            <a:spLocks noGrp="1"/>
          </p:cNvSpPr>
          <p:nvPr>
            <p:ph type="body" idx="1"/>
          </p:nvPr>
        </p:nvSpPr>
        <p:spPr/>
        <p:txBody>
          <a:bodyPr/>
          <a:lstStyle/>
          <a:p>
            <a:endParaRPr lang="zh-CN" altLang="en-US"/>
          </a:p>
        </p:txBody>
      </p:sp>
      <p:sp>
        <p:nvSpPr>
          <p:cNvPr id="22" name="文本框"/>
          <p:cNvSpPr>
            <a:spLocks noGrp="1"/>
          </p:cNvSpPr>
          <p:nvPr>
            <p:ph type="sldNum" idx="5"/>
          </p:nvPr>
        </p:nvSpPr>
        <p:spPr>
          <a:xfrm>
            <a:off x="6905625" y="6513513"/>
            <a:ext cx="5283200" cy="344487"/>
          </a:xfrm>
          <a:prstGeom prst="rect">
            <a:avLst/>
          </a:prstGeom>
          <a:noFill/>
          <a:ln w="12700" cap="flat" cmpd="sng">
            <a:noFill/>
            <a:prstDash val="solid"/>
            <a:miter/>
          </a:ln>
        </p:spPr>
        <p:txBody>
          <a:bodyPr vert="horz" wrap="square" lIns="91440" tIns="45720" rIns="91440" bIns="45720" anchor="b" anchorCtr="0"/>
          <a:lstStyle/>
          <a:p>
            <a:pPr algn="r"/>
            <a:fld id="{CAD2D6BD-DE1B-4B5F-8B41-2702339687B9}" type="slidenum">
              <a:rPr lang="en-US" altLang="zh-CN" sz="1200" b="0" i="0" u="none" strike="noStrike" kern="1200" cap="none" spc="0" baseline="0">
                <a:solidFill>
                  <a:schemeClr val="tx1"/>
                </a:solidFill>
                <a:latin typeface="Calibri" panose="020F0502020204030204" charset="0"/>
                <a:ea typeface="等线" charset="0"/>
                <a:cs typeface="Calibri" panose="020F0502020204030204" charset="0"/>
              </a:rPr>
            </a:fld>
            <a:endParaRPr lang="zh-CN" altLang="en-US" sz="1200">
              <a:latin typeface="Calibri" panose="020F0502020204030204" charset="0"/>
              <a:ea typeface="等线" charset="0"/>
              <a:cs typeface="Calibri" panose="020F050202020403020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文本框"/>
          <p:cNvSpPr>
            <a:spLocks noGrp="1"/>
          </p:cNvSpPr>
          <p:nvPr>
            <p:ph type="ctrTitle"/>
          </p:nvPr>
        </p:nvSpPr>
        <p:spPr>
          <a:xfrm>
            <a:off x="914400" y="2130425"/>
            <a:ext cx="10363200" cy="1470025"/>
          </a:xfrm>
        </p:spPr>
        <p:txBody>
          <a:bodyPr/>
          <a:lstStyle/>
          <a:p>
            <a:r>
              <a:rPr lang="zh-CN" altLang="en-US"/>
              <a:t>单击此处编辑母版标题样式</a:t>
            </a:r>
            <a:endParaRPr lang="zh-CN" altLang="en-US"/>
          </a:p>
        </p:txBody>
      </p:sp>
      <p:sp>
        <p:nvSpPr>
          <p:cNvPr id="3" name="文本框"/>
          <p:cNvSpPr>
            <a:spLocks noGrp="1"/>
          </p:cNvSpPr>
          <p:nvPr>
            <p:ph type="subTitle" idx="1"/>
          </p:nvPr>
        </p:nvSpPr>
        <p:spPr>
          <a:xfrm>
            <a:off x="1828800" y="3886199"/>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endParaRPr lang="zh-CN" altLang="en-US"/>
          </a:p>
        </p:txBody>
      </p:sp>
      <p:sp>
        <p:nvSpPr>
          <p:cNvPr id="4" name="文本框"/>
          <p:cNvSpPr>
            <a:spLocks noGrp="1"/>
          </p:cNvSpPr>
          <p:nvPr>
            <p:ph type="dt" sz="half" idx="10"/>
          </p:nvPr>
        </p:nvSpPr>
        <p:spPr/>
        <p:txBody>
          <a:bodyPr/>
          <a:lstStyle/>
          <a:p>
            <a:fld id="{72514870-5082-4025-BC8A-5E070B8EB77D}" type="datetimeFigureOut">
              <a:rPr lang="zh-CN" altLang="en-US" smtClean="0"/>
            </a:fld>
            <a:endParaRPr lang="zh-CN" altLang="en-US"/>
          </a:p>
        </p:txBody>
      </p:sp>
      <p:sp>
        <p:nvSpPr>
          <p:cNvPr id="5" name="文本框"/>
          <p:cNvSpPr>
            <a:spLocks noGrp="1"/>
          </p:cNvSpPr>
          <p:nvPr>
            <p:ph type="ftr" sz="quarter" idx="11"/>
          </p:nvPr>
        </p:nvSpPr>
        <p:spPr/>
        <p:txBody>
          <a:bodyPr/>
          <a:lstStyle/>
          <a:p>
            <a:endParaRPr lang="zh-CN" altLang="en-US"/>
          </a:p>
        </p:txBody>
      </p:sp>
      <p:sp>
        <p:nvSpPr>
          <p:cNvPr id="6" name="文本框"/>
          <p:cNvSpPr>
            <a:spLocks noGrp="1"/>
          </p:cNvSpPr>
          <p:nvPr>
            <p:ph type="sldNum" sz="quarter" idx="12"/>
          </p:nvPr>
        </p:nvSpPr>
        <p:spPr/>
        <p:txBody>
          <a:bodyPr/>
          <a:lstStyle/>
          <a:p>
            <a:fld id="{3E00D155-3BB6-43CF-9AC4-BC63A66E74A9}"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文本框"/>
          <p:cNvSpPr>
            <a:spLocks noGrp="1"/>
          </p:cNvSpPr>
          <p:nvPr>
            <p:ph type="title"/>
          </p:nvPr>
        </p:nvSpPr>
        <p:spPr/>
        <p:txBody>
          <a:bodyPr/>
          <a:lstStyle/>
          <a:p>
            <a:r>
              <a:rPr lang="zh-CN" altLang="en-US"/>
              <a:t>单击此处编辑母版标题样式</a:t>
            </a:r>
            <a:endParaRPr lang="zh-CN" altLang="en-US"/>
          </a:p>
        </p:txBody>
      </p:sp>
      <p:sp>
        <p:nvSpPr>
          <p:cNvPr id="3" name="文本框"/>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框"/>
          <p:cNvSpPr>
            <a:spLocks noGrp="1"/>
          </p:cNvSpPr>
          <p:nvPr>
            <p:ph type="dt" sz="half" idx="10"/>
          </p:nvPr>
        </p:nvSpPr>
        <p:spPr/>
        <p:txBody>
          <a:bodyPr/>
          <a:lstStyle/>
          <a:p>
            <a:fld id="{72514870-5082-4025-BC8A-5E070B8EB77D}" type="datetimeFigureOut">
              <a:rPr lang="zh-CN" altLang="en-US" smtClean="0"/>
            </a:fld>
            <a:endParaRPr lang="zh-CN" altLang="en-US"/>
          </a:p>
        </p:txBody>
      </p:sp>
      <p:sp>
        <p:nvSpPr>
          <p:cNvPr id="5" name="文本框"/>
          <p:cNvSpPr>
            <a:spLocks noGrp="1"/>
          </p:cNvSpPr>
          <p:nvPr>
            <p:ph type="ftr" sz="quarter" idx="11"/>
          </p:nvPr>
        </p:nvSpPr>
        <p:spPr/>
        <p:txBody>
          <a:bodyPr/>
          <a:lstStyle/>
          <a:p>
            <a:endParaRPr lang="zh-CN" altLang="en-US"/>
          </a:p>
        </p:txBody>
      </p:sp>
      <p:sp>
        <p:nvSpPr>
          <p:cNvPr id="6" name="文本框"/>
          <p:cNvSpPr>
            <a:spLocks noGrp="1"/>
          </p:cNvSpPr>
          <p:nvPr>
            <p:ph type="sldNum" sz="quarter" idx="12"/>
          </p:nvPr>
        </p:nvSpPr>
        <p:spPr/>
        <p:txBody>
          <a:bodyPr/>
          <a:lstStyle/>
          <a:p>
            <a:fld id="{3E00D155-3BB6-43CF-9AC4-BC63A66E74A9}"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文本框"/>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框"/>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文本框"/>
          <p:cNvSpPr>
            <a:spLocks noGrp="1"/>
          </p:cNvSpPr>
          <p:nvPr>
            <p:ph type="dt" sz="half" idx="10"/>
          </p:nvPr>
        </p:nvSpPr>
        <p:spPr/>
        <p:txBody>
          <a:bodyPr/>
          <a:lstStyle/>
          <a:p>
            <a:fld id="{72514870-5082-4025-BC8A-5E070B8EB77D}" type="datetimeFigureOut">
              <a:rPr lang="zh-CN" altLang="en-US" smtClean="0"/>
            </a:fld>
            <a:endParaRPr lang="zh-CN" altLang="en-US"/>
          </a:p>
        </p:txBody>
      </p:sp>
      <p:sp>
        <p:nvSpPr>
          <p:cNvPr id="5" name="文本框"/>
          <p:cNvSpPr>
            <a:spLocks noGrp="1"/>
          </p:cNvSpPr>
          <p:nvPr>
            <p:ph type="ftr" sz="quarter" idx="11"/>
          </p:nvPr>
        </p:nvSpPr>
        <p:spPr/>
        <p:txBody>
          <a:bodyPr/>
          <a:lstStyle/>
          <a:p>
            <a:endParaRPr lang="zh-CN" altLang="en-US"/>
          </a:p>
        </p:txBody>
      </p:sp>
      <p:sp>
        <p:nvSpPr>
          <p:cNvPr id="6" name="文本框"/>
          <p:cNvSpPr>
            <a:spLocks noGrp="1"/>
          </p:cNvSpPr>
          <p:nvPr>
            <p:ph type="sldNum" sz="quarter" idx="12"/>
          </p:nvPr>
        </p:nvSpPr>
        <p:spPr/>
        <p:txBody>
          <a:bodyPr/>
          <a:lstStyle/>
          <a:p>
            <a:fld id="{3E00D155-3BB6-43CF-9AC4-BC63A66E74A9}"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文本框"/>
          <p:cNvSpPr>
            <a:spLocks noGrp="1"/>
          </p:cNvSpPr>
          <p:nvPr>
            <p:ph type="title"/>
          </p:nvPr>
        </p:nvSpPr>
        <p:spPr/>
        <p:txBody>
          <a:bodyPr/>
          <a:lstStyle/>
          <a:p>
            <a:r>
              <a:rPr lang="zh-CN" altLang="en-US"/>
              <a:t>单击此处编辑母版标题样式</a:t>
            </a:r>
            <a:endParaRPr lang="zh-CN" altLang="en-US"/>
          </a:p>
        </p:txBody>
      </p:sp>
      <p:sp>
        <p:nvSpPr>
          <p:cNvPr id="3" name="文本框"/>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框"/>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框"/>
          <p:cNvSpPr>
            <a:spLocks noGrp="1"/>
          </p:cNvSpPr>
          <p:nvPr>
            <p:ph type="dt" sz="half" idx="10"/>
          </p:nvPr>
        </p:nvSpPr>
        <p:spPr/>
        <p:txBody>
          <a:bodyPr/>
          <a:lstStyle/>
          <a:p>
            <a:fld id="{72514870-5082-4025-BC8A-5E070B8EB77D}" type="datetimeFigureOut">
              <a:rPr lang="zh-CN" altLang="en-US" smtClean="0"/>
            </a:fld>
            <a:endParaRPr lang="zh-CN" altLang="en-US"/>
          </a:p>
        </p:txBody>
      </p:sp>
      <p:sp>
        <p:nvSpPr>
          <p:cNvPr id="6" name="文本框"/>
          <p:cNvSpPr>
            <a:spLocks noGrp="1"/>
          </p:cNvSpPr>
          <p:nvPr>
            <p:ph type="ftr" sz="quarter" idx="11"/>
          </p:nvPr>
        </p:nvSpPr>
        <p:spPr/>
        <p:txBody>
          <a:bodyPr/>
          <a:lstStyle/>
          <a:p>
            <a:endParaRPr lang="zh-CN" altLang="en-US"/>
          </a:p>
        </p:txBody>
      </p:sp>
      <p:sp>
        <p:nvSpPr>
          <p:cNvPr id="7" name="文本框"/>
          <p:cNvSpPr>
            <a:spLocks noGrp="1"/>
          </p:cNvSpPr>
          <p:nvPr>
            <p:ph type="sldNum" sz="quarter" idx="12"/>
          </p:nvPr>
        </p:nvSpPr>
        <p:spPr/>
        <p:txBody>
          <a:bodyPr/>
          <a:lstStyle/>
          <a:p>
            <a:fld id="{3E00D155-3BB6-43CF-9AC4-BC63A66E74A9}"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文本框"/>
          <p:cNvSpPr>
            <a:spLocks noGrp="1"/>
          </p:cNvSpPr>
          <p:nvPr>
            <p:ph type="title"/>
          </p:nvPr>
        </p:nvSpPr>
        <p:spPr/>
        <p:txBody>
          <a:bodyPr/>
          <a:lstStyle>
            <a:lvl1pPr>
              <a:defRPr/>
            </a:lvl1pPr>
          </a:lstStyle>
          <a:p>
            <a:r>
              <a:rPr lang="zh-CN" altLang="en-US"/>
              <a:t>单击此处编辑母版标题样式</a:t>
            </a:r>
            <a:endParaRPr lang="zh-CN" altLang="en-US"/>
          </a:p>
        </p:txBody>
      </p:sp>
      <p:sp>
        <p:nvSpPr>
          <p:cNvPr id="3" name="文本框"/>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文本框"/>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框"/>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文本框"/>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文本框"/>
          <p:cNvSpPr>
            <a:spLocks noGrp="1"/>
          </p:cNvSpPr>
          <p:nvPr>
            <p:ph type="dt" sz="half" idx="10"/>
          </p:nvPr>
        </p:nvSpPr>
        <p:spPr/>
        <p:txBody>
          <a:bodyPr/>
          <a:lstStyle/>
          <a:p>
            <a:fld id="{72514870-5082-4025-BC8A-5E070B8EB77D}" type="datetimeFigureOut">
              <a:rPr lang="zh-CN" altLang="en-US" smtClean="0"/>
            </a:fld>
            <a:endParaRPr lang="zh-CN" altLang="en-US"/>
          </a:p>
        </p:txBody>
      </p:sp>
      <p:sp>
        <p:nvSpPr>
          <p:cNvPr id="8" name="文本框"/>
          <p:cNvSpPr>
            <a:spLocks noGrp="1"/>
          </p:cNvSpPr>
          <p:nvPr>
            <p:ph type="ftr" sz="quarter" idx="11"/>
          </p:nvPr>
        </p:nvSpPr>
        <p:spPr/>
        <p:txBody>
          <a:bodyPr/>
          <a:lstStyle/>
          <a:p>
            <a:endParaRPr lang="zh-CN" altLang="en-US"/>
          </a:p>
        </p:txBody>
      </p:sp>
      <p:sp>
        <p:nvSpPr>
          <p:cNvPr id="9" name="文本框"/>
          <p:cNvSpPr>
            <a:spLocks noGrp="1"/>
          </p:cNvSpPr>
          <p:nvPr>
            <p:ph type="sldNum" sz="quarter" idx="12"/>
          </p:nvPr>
        </p:nvSpPr>
        <p:spPr/>
        <p:txBody>
          <a:bodyPr/>
          <a:lstStyle/>
          <a:p>
            <a:fld id="{3E00D155-3BB6-43CF-9AC4-BC63A66E74A9}"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文本框"/>
          <p:cNvSpPr>
            <a:spLocks noGrp="1"/>
          </p:cNvSpPr>
          <p:nvPr>
            <p:ph type="title"/>
          </p:nvPr>
        </p:nvSpPr>
        <p:spPr/>
        <p:txBody>
          <a:bodyPr/>
          <a:lstStyle/>
          <a:p>
            <a:r>
              <a:rPr lang="zh-CN" altLang="en-US"/>
              <a:t>单击此处编辑母版标题样式</a:t>
            </a:r>
            <a:endParaRPr lang="zh-CN" altLang="en-US"/>
          </a:p>
        </p:txBody>
      </p:sp>
      <p:sp>
        <p:nvSpPr>
          <p:cNvPr id="3" name="文本框"/>
          <p:cNvSpPr>
            <a:spLocks noGrp="1"/>
          </p:cNvSpPr>
          <p:nvPr>
            <p:ph type="dt" sz="half" idx="10"/>
          </p:nvPr>
        </p:nvSpPr>
        <p:spPr/>
        <p:txBody>
          <a:bodyPr/>
          <a:lstStyle/>
          <a:p>
            <a:fld id="{72514870-5082-4025-BC8A-5E070B8EB77D}" type="datetimeFigureOut">
              <a:rPr lang="zh-CN" altLang="en-US" smtClean="0"/>
            </a:fld>
            <a:endParaRPr lang="zh-CN" altLang="en-US"/>
          </a:p>
        </p:txBody>
      </p:sp>
      <p:sp>
        <p:nvSpPr>
          <p:cNvPr id="4" name="文本框"/>
          <p:cNvSpPr>
            <a:spLocks noGrp="1"/>
          </p:cNvSpPr>
          <p:nvPr>
            <p:ph type="ftr" sz="quarter" idx="11"/>
          </p:nvPr>
        </p:nvSpPr>
        <p:spPr/>
        <p:txBody>
          <a:bodyPr/>
          <a:lstStyle/>
          <a:p>
            <a:endParaRPr lang="zh-CN" altLang="en-US"/>
          </a:p>
        </p:txBody>
      </p:sp>
      <p:sp>
        <p:nvSpPr>
          <p:cNvPr id="5" name="文本框"/>
          <p:cNvSpPr>
            <a:spLocks noGrp="1"/>
          </p:cNvSpPr>
          <p:nvPr>
            <p:ph type="sldNum" sz="quarter" idx="12"/>
          </p:nvPr>
        </p:nvSpPr>
        <p:spPr/>
        <p:txBody>
          <a:bodyPr/>
          <a:lstStyle/>
          <a:p>
            <a:fld id="{3E00D155-3BB6-43CF-9AC4-BC63A66E74A9}"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文本框"/>
          <p:cNvSpPr>
            <a:spLocks noGrp="1"/>
          </p:cNvSpPr>
          <p:nvPr>
            <p:ph type="dt" sz="half" idx="10"/>
          </p:nvPr>
        </p:nvSpPr>
        <p:spPr/>
        <p:txBody>
          <a:bodyPr/>
          <a:lstStyle/>
          <a:p>
            <a:fld id="{72514870-5082-4025-BC8A-5E070B8EB77D}" type="datetimeFigureOut">
              <a:rPr lang="zh-CN" altLang="en-US" smtClean="0"/>
            </a:fld>
            <a:endParaRPr lang="zh-CN" altLang="en-US"/>
          </a:p>
        </p:txBody>
      </p:sp>
      <p:sp>
        <p:nvSpPr>
          <p:cNvPr id="3" name="文本框"/>
          <p:cNvSpPr>
            <a:spLocks noGrp="1"/>
          </p:cNvSpPr>
          <p:nvPr>
            <p:ph type="ftr" sz="quarter" idx="11"/>
          </p:nvPr>
        </p:nvSpPr>
        <p:spPr/>
        <p:txBody>
          <a:bodyPr/>
          <a:lstStyle/>
          <a:p>
            <a:endParaRPr lang="zh-CN" altLang="en-US"/>
          </a:p>
        </p:txBody>
      </p:sp>
      <p:sp>
        <p:nvSpPr>
          <p:cNvPr id="4" name="文本框"/>
          <p:cNvSpPr>
            <a:spLocks noGrp="1"/>
          </p:cNvSpPr>
          <p:nvPr>
            <p:ph type="sldNum" sz="quarter" idx="12"/>
          </p:nvPr>
        </p:nvSpPr>
        <p:spPr/>
        <p:txBody>
          <a:bodyPr/>
          <a:lstStyle/>
          <a:p>
            <a:fld id="{3E00D155-3BB6-43CF-9AC4-BC63A66E74A9}"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文本框"/>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endParaRPr lang="zh-CN" altLang="en-US"/>
          </a:p>
        </p:txBody>
      </p:sp>
      <p:sp>
        <p:nvSpPr>
          <p:cNvPr id="3" name="文本框"/>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框"/>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文本框"/>
          <p:cNvSpPr>
            <a:spLocks noGrp="1"/>
          </p:cNvSpPr>
          <p:nvPr>
            <p:ph type="dt" sz="half" idx="10"/>
          </p:nvPr>
        </p:nvSpPr>
        <p:spPr/>
        <p:txBody>
          <a:bodyPr/>
          <a:lstStyle/>
          <a:p>
            <a:fld id="{72514870-5082-4025-BC8A-5E070B8EB77D}" type="datetimeFigureOut">
              <a:rPr lang="zh-CN" altLang="en-US" smtClean="0"/>
            </a:fld>
            <a:endParaRPr lang="zh-CN" altLang="en-US"/>
          </a:p>
        </p:txBody>
      </p:sp>
      <p:sp>
        <p:nvSpPr>
          <p:cNvPr id="6" name="文本框"/>
          <p:cNvSpPr>
            <a:spLocks noGrp="1"/>
          </p:cNvSpPr>
          <p:nvPr>
            <p:ph type="ftr" sz="quarter" idx="11"/>
          </p:nvPr>
        </p:nvSpPr>
        <p:spPr/>
        <p:txBody>
          <a:bodyPr/>
          <a:lstStyle/>
          <a:p>
            <a:endParaRPr lang="zh-CN" altLang="en-US"/>
          </a:p>
        </p:txBody>
      </p:sp>
      <p:sp>
        <p:nvSpPr>
          <p:cNvPr id="7" name="文本框"/>
          <p:cNvSpPr>
            <a:spLocks noGrp="1"/>
          </p:cNvSpPr>
          <p:nvPr>
            <p:ph type="sldNum" sz="quarter" idx="12"/>
          </p:nvPr>
        </p:nvSpPr>
        <p:spPr/>
        <p:txBody>
          <a:bodyPr/>
          <a:lstStyle/>
          <a:p>
            <a:fld id="{3E00D155-3BB6-43CF-9AC4-BC63A66E74A9}"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文本框"/>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zh-CN" altLang="en-US"/>
          </a:p>
        </p:txBody>
      </p:sp>
      <p:sp>
        <p:nvSpPr>
          <p:cNvPr id="3" name="文本框"/>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框"/>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文本框"/>
          <p:cNvSpPr>
            <a:spLocks noGrp="1"/>
          </p:cNvSpPr>
          <p:nvPr>
            <p:ph type="dt" sz="half" idx="10"/>
          </p:nvPr>
        </p:nvSpPr>
        <p:spPr/>
        <p:txBody>
          <a:bodyPr/>
          <a:lstStyle/>
          <a:p>
            <a:fld id="{72514870-5082-4025-BC8A-5E070B8EB77D}" type="datetimeFigureOut">
              <a:rPr lang="zh-CN" altLang="en-US" smtClean="0"/>
            </a:fld>
            <a:endParaRPr lang="zh-CN" altLang="en-US"/>
          </a:p>
        </p:txBody>
      </p:sp>
      <p:sp>
        <p:nvSpPr>
          <p:cNvPr id="6" name="文本框"/>
          <p:cNvSpPr>
            <a:spLocks noGrp="1"/>
          </p:cNvSpPr>
          <p:nvPr>
            <p:ph type="ftr" sz="quarter" idx="11"/>
          </p:nvPr>
        </p:nvSpPr>
        <p:spPr/>
        <p:txBody>
          <a:bodyPr/>
          <a:lstStyle/>
          <a:p>
            <a:endParaRPr lang="zh-CN" altLang="en-US"/>
          </a:p>
        </p:txBody>
      </p:sp>
      <p:sp>
        <p:nvSpPr>
          <p:cNvPr id="7" name="文本框"/>
          <p:cNvSpPr>
            <a:spLocks noGrp="1"/>
          </p:cNvSpPr>
          <p:nvPr>
            <p:ph type="sldNum" sz="quarter" idx="12"/>
          </p:nvPr>
        </p:nvSpPr>
        <p:spPr/>
        <p:txBody>
          <a:bodyPr/>
          <a:lstStyle/>
          <a:p>
            <a:fld id="{3E00D155-3BB6-43CF-9AC4-BC63A66E74A9}"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本">
    <p:spTree>
      <p:nvGrpSpPr>
        <p:cNvPr id="1" name=""/>
        <p:cNvGrpSpPr/>
        <p:nvPr/>
      </p:nvGrpSpPr>
      <p:grpSpPr>
        <a:xfrm>
          <a:off x="0" y="0"/>
          <a:ext cx="0" cy="0"/>
          <a:chOff x="0" y="0"/>
          <a:chExt cx="0" cy="0"/>
        </a:xfrm>
      </p:grpSpPr>
      <p:sp>
        <p:nvSpPr>
          <p:cNvPr id="2" name="文本框"/>
          <p:cNvSpPr>
            <a:spLocks noGrp="1"/>
          </p:cNvSpPr>
          <p:nvPr>
            <p:ph type="title"/>
          </p:nvPr>
        </p:nvSpPr>
        <p:spPr/>
        <p:txBody>
          <a:bodyPr/>
          <a:lstStyle/>
          <a:p>
            <a:r>
              <a:rPr lang="zh-CN" altLang="en-US"/>
              <a:t>单击此处编辑母版标题样式</a:t>
            </a:r>
            <a:endParaRPr lang="zh-CN" altLang="en-US"/>
          </a:p>
        </p:txBody>
      </p:sp>
      <p:sp>
        <p:nvSpPr>
          <p:cNvPr id="3" name="文本框"/>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框"/>
          <p:cNvSpPr>
            <a:spLocks noGrp="1"/>
          </p:cNvSpPr>
          <p:nvPr>
            <p:ph type="dt" sz="half" idx="10"/>
          </p:nvPr>
        </p:nvSpPr>
        <p:spPr/>
        <p:txBody>
          <a:bodyPr/>
          <a:lstStyle/>
          <a:p>
            <a:fld id="{72514870-5082-4025-BC8A-5E070B8EB77D}" type="datetimeFigureOut">
              <a:rPr lang="zh-CN" altLang="en-US" smtClean="0"/>
            </a:fld>
            <a:endParaRPr lang="zh-CN" altLang="en-US"/>
          </a:p>
        </p:txBody>
      </p:sp>
      <p:sp>
        <p:nvSpPr>
          <p:cNvPr id="5" name="文本框"/>
          <p:cNvSpPr>
            <a:spLocks noGrp="1"/>
          </p:cNvSpPr>
          <p:nvPr>
            <p:ph type="ftr" sz="quarter" idx="11"/>
          </p:nvPr>
        </p:nvSpPr>
        <p:spPr/>
        <p:txBody>
          <a:bodyPr/>
          <a:lstStyle/>
          <a:p>
            <a:endParaRPr lang="zh-CN" altLang="en-US"/>
          </a:p>
        </p:txBody>
      </p:sp>
      <p:sp>
        <p:nvSpPr>
          <p:cNvPr id="6" name="文本框"/>
          <p:cNvSpPr>
            <a:spLocks noGrp="1"/>
          </p:cNvSpPr>
          <p:nvPr>
            <p:ph type="sldNum" sz="quarter" idx="12"/>
          </p:nvPr>
        </p:nvSpPr>
        <p:spPr/>
        <p:txBody>
          <a:bodyPr/>
          <a:lstStyle/>
          <a:p>
            <a:fld id="{3E00D155-3BB6-43CF-9AC4-BC63A66E74A9}"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文本框"/>
          <p:cNvSpPr>
            <a:spLocks noGrp="1"/>
          </p:cNvSpPr>
          <p:nvPr>
            <p:ph type="title" orient="vert"/>
          </p:nvPr>
        </p:nvSpPr>
        <p:spPr>
          <a:xfrm>
            <a:off x="6629400" y="274638"/>
            <a:ext cx="2057400" cy="5851525"/>
          </a:xfrm>
        </p:spPr>
        <p:txBody>
          <a:bodyPr vert="eaVert"/>
          <a:lstStyle/>
          <a:p>
            <a:r>
              <a:rPr lang="zh-CN" altLang="en-US"/>
              <a:t>单击此处编辑母版标题样式</a:t>
            </a:r>
            <a:endParaRPr lang="zh-CN" altLang="en-US"/>
          </a:p>
        </p:txBody>
      </p:sp>
      <p:sp>
        <p:nvSpPr>
          <p:cNvPr id="3" name="文本框"/>
          <p:cNvSpPr>
            <a:spLocks noGrp="1"/>
          </p:cNvSpPr>
          <p:nvPr>
            <p:ph type="body" orient="vert" idx="1"/>
          </p:nvPr>
        </p:nvSpPr>
        <p:spPr>
          <a:xfrm>
            <a:off x="457200" y="274638"/>
            <a:ext cx="6019800" cy="5851525"/>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框"/>
          <p:cNvSpPr>
            <a:spLocks noGrp="1"/>
          </p:cNvSpPr>
          <p:nvPr>
            <p:ph type="dt" sz="half" idx="10"/>
          </p:nvPr>
        </p:nvSpPr>
        <p:spPr/>
        <p:txBody>
          <a:bodyPr/>
          <a:lstStyle/>
          <a:p>
            <a:fld id="{72514870-5082-4025-BC8A-5E070B8EB77D}" type="datetimeFigureOut">
              <a:rPr lang="zh-CN" altLang="en-US" smtClean="0"/>
            </a:fld>
            <a:endParaRPr lang="zh-CN" altLang="en-US"/>
          </a:p>
        </p:txBody>
      </p:sp>
      <p:sp>
        <p:nvSpPr>
          <p:cNvPr id="5" name="文本框"/>
          <p:cNvSpPr>
            <a:spLocks noGrp="1"/>
          </p:cNvSpPr>
          <p:nvPr>
            <p:ph type="ftr" sz="quarter" idx="11"/>
          </p:nvPr>
        </p:nvSpPr>
        <p:spPr/>
        <p:txBody>
          <a:bodyPr/>
          <a:lstStyle/>
          <a:p>
            <a:endParaRPr lang="zh-CN" altLang="en-US"/>
          </a:p>
        </p:txBody>
      </p:sp>
      <p:sp>
        <p:nvSpPr>
          <p:cNvPr id="6" name="文本框"/>
          <p:cNvSpPr>
            <a:spLocks noGrp="1"/>
          </p:cNvSpPr>
          <p:nvPr>
            <p:ph type="sldNum" sz="quarter" idx="12"/>
          </p:nvPr>
        </p:nvSpPr>
        <p:spPr/>
        <p:txBody>
          <a:bodyPr/>
          <a:lstStyle/>
          <a:p>
            <a:fld id="{3E00D155-3BB6-43CF-9AC4-BC63A66E74A9}"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showMasterSp="0">
  <p:cSld name="自定义版式">
    <p:bg>
      <p:bgPr>
        <a:solidFill>
          <a:schemeClr val="bg1"/>
        </a:solidFill>
        <a:effectLst/>
      </p:bgPr>
    </p:bg>
    <p:spTree>
      <p:nvGrpSpPr>
        <p:cNvPr id="1" name=""/>
        <p:cNvGrpSpPr/>
        <p:nvPr/>
      </p:nvGrpSpPr>
      <p:grpSpPr>
        <a:xfrm>
          <a:off x="0" y="0"/>
          <a:ext cx="0" cy="0"/>
          <a:chOff x="0" y="0"/>
          <a:chExt cx="0" cy="0"/>
        </a:xfrm>
      </p:grpSpPr>
      <p:sp>
        <p:nvSpPr>
          <p:cNvPr id="37" name="曲线"/>
          <p:cNvSpPr/>
          <p:nvPr/>
        </p:nvSpPr>
        <p:spPr>
          <a:xfrm>
            <a:off x="9377426" y="4825"/>
            <a:ext cx="1218564" cy="6853554"/>
          </a:xfrm>
          <a:custGeom>
            <a:avLst/>
            <a:gdLst>
              <a:gd name="T1" fmla="*/ 0 w 21600"/>
              <a:gd name="T2" fmla="*/ 0 h 21600"/>
              <a:gd name="T3" fmla="*/ 21600 w 21600"/>
              <a:gd name="T4" fmla="*/ 21600 h 21600"/>
            </a:gdLst>
            <a:ahLst/>
            <a:cxnLst/>
            <a:rect l="T1" t="T2" r="T3" b="T4"/>
            <a:pathLst>
              <a:path w="21600" h="21600">
                <a:moveTo>
                  <a:pt x="0" y="0"/>
                </a:moveTo>
                <a:lnTo>
                  <a:pt x="21596" y="21598"/>
                </a:lnTo>
              </a:path>
            </a:pathLst>
          </a:custGeom>
          <a:noFill/>
          <a:ln w="9525" cap="flat" cmpd="sng">
            <a:solidFill>
              <a:srgbClr val="5FCAEE"/>
            </a:solidFill>
            <a:prstDash val="solid"/>
            <a:round/>
          </a:ln>
        </p:spPr>
      </p:sp>
      <p:sp>
        <p:nvSpPr>
          <p:cNvPr id="36" name="曲线"/>
          <p:cNvSpPr/>
          <p:nvPr/>
        </p:nvSpPr>
        <p:spPr>
          <a:xfrm>
            <a:off x="7448612" y="3694896"/>
            <a:ext cx="4743450" cy="3163570"/>
          </a:xfrm>
          <a:custGeom>
            <a:avLst/>
            <a:gdLst>
              <a:gd name="T1" fmla="*/ 0 w 21600"/>
              <a:gd name="T2" fmla="*/ 0 h 21600"/>
              <a:gd name="T3" fmla="*/ 21600 w 21600"/>
              <a:gd name="T4" fmla="*/ 21600 h 21600"/>
            </a:gdLst>
            <a:ahLst/>
            <a:cxnLst/>
            <a:rect l="T1" t="T2" r="T3" b="T4"/>
            <a:pathLst>
              <a:path w="21600" h="21600">
                <a:moveTo>
                  <a:pt x="21599" y="0"/>
                </a:moveTo>
                <a:lnTo>
                  <a:pt x="0" y="21596"/>
                </a:lnTo>
              </a:path>
            </a:pathLst>
          </a:custGeom>
          <a:noFill/>
          <a:ln w="9525" cap="flat" cmpd="sng">
            <a:solidFill>
              <a:srgbClr val="5FCAEE"/>
            </a:solidFill>
            <a:prstDash val="solid"/>
            <a:round/>
          </a:ln>
        </p:spPr>
      </p:sp>
      <p:sp>
        <p:nvSpPr>
          <p:cNvPr id="35" name="曲线"/>
          <p:cNvSpPr/>
          <p:nvPr/>
        </p:nvSpPr>
        <p:spPr>
          <a:xfrm>
            <a:off x="9182100" y="0"/>
            <a:ext cx="3009899" cy="6858000"/>
          </a:xfrm>
          <a:custGeom>
            <a:avLst/>
            <a:gdLst>
              <a:gd name="T1" fmla="*/ 0 w 21600"/>
              <a:gd name="T2" fmla="*/ 0 h 21600"/>
              <a:gd name="T3" fmla="*/ 21600 w 21600"/>
              <a:gd name="T4" fmla="*/ 21600 h 21600"/>
            </a:gdLst>
            <a:ahLst/>
            <a:cxnLst/>
            <a:rect l="T1" t="T2" r="T3" b="T4"/>
            <a:pathLst>
              <a:path w="21600" h="21600">
                <a:moveTo>
                  <a:pt x="21599" y="0"/>
                </a:moveTo>
                <a:lnTo>
                  <a:pt x="14671" y="0"/>
                </a:lnTo>
                <a:lnTo>
                  <a:pt x="0" y="21599"/>
                </a:lnTo>
                <a:lnTo>
                  <a:pt x="21599" y="21599"/>
                </a:lnTo>
                <a:lnTo>
                  <a:pt x="21599" y="0"/>
                </a:lnTo>
                <a:close/>
              </a:path>
            </a:pathLst>
          </a:custGeom>
          <a:solidFill>
            <a:srgbClr val="5FCAEE">
              <a:alpha val="36000"/>
            </a:srgbClr>
          </a:solidFill>
          <a:ln cap="flat" cmpd="sng">
            <a:noFill/>
            <a:prstDash val="solid"/>
            <a:miter/>
          </a:ln>
        </p:spPr>
      </p:sp>
      <p:sp>
        <p:nvSpPr>
          <p:cNvPr id="34" name="曲线"/>
          <p:cNvSpPr/>
          <p:nvPr/>
        </p:nvSpPr>
        <p:spPr>
          <a:xfrm>
            <a:off x="9602878" y="0"/>
            <a:ext cx="2589529" cy="6858000"/>
          </a:xfrm>
          <a:custGeom>
            <a:avLst/>
            <a:gdLst>
              <a:gd name="T1" fmla="*/ 0 w 21600"/>
              <a:gd name="T2" fmla="*/ 0 h 21600"/>
              <a:gd name="T3" fmla="*/ 21600 w 21600"/>
              <a:gd name="T4" fmla="*/ 21600 h 21600"/>
            </a:gdLst>
            <a:ahLst/>
            <a:cxnLst/>
            <a:rect l="T1" t="T2" r="T3" b="T4"/>
            <a:pathLst>
              <a:path w="21600" h="21600">
                <a:moveTo>
                  <a:pt x="21596" y="0"/>
                </a:moveTo>
                <a:lnTo>
                  <a:pt x="0" y="0"/>
                </a:lnTo>
                <a:lnTo>
                  <a:pt x="10083" y="21599"/>
                </a:lnTo>
                <a:lnTo>
                  <a:pt x="21596" y="21599"/>
                </a:lnTo>
                <a:lnTo>
                  <a:pt x="21596" y="0"/>
                </a:lnTo>
                <a:close/>
              </a:path>
            </a:pathLst>
          </a:custGeom>
          <a:solidFill>
            <a:srgbClr val="5FCAEE">
              <a:alpha val="20000"/>
            </a:srgbClr>
          </a:solidFill>
          <a:ln cap="flat" cmpd="sng">
            <a:noFill/>
            <a:prstDash val="solid"/>
            <a:miter/>
          </a:ln>
        </p:spPr>
      </p:sp>
      <p:sp>
        <p:nvSpPr>
          <p:cNvPr id="33" name="曲线"/>
          <p:cNvSpPr/>
          <p:nvPr/>
        </p:nvSpPr>
        <p:spPr>
          <a:xfrm>
            <a:off x="8934450" y="3048000"/>
            <a:ext cx="3257550" cy="3810000"/>
          </a:xfrm>
          <a:custGeom>
            <a:avLst/>
            <a:gdLst>
              <a:gd name="T1" fmla="*/ 0 w 21600"/>
              <a:gd name="T2" fmla="*/ 0 h 21600"/>
              <a:gd name="T3" fmla="*/ 21600 w 21600"/>
              <a:gd name="T4" fmla="*/ 21600 h 21600"/>
            </a:gdLst>
            <a:ahLst/>
            <a:cxnLst/>
            <a:rect l="T1" t="T2" r="T3" b="T4"/>
            <a:pathLst>
              <a:path w="21600" h="21600">
                <a:moveTo>
                  <a:pt x="21600" y="0"/>
                </a:moveTo>
                <a:lnTo>
                  <a:pt x="0" y="21600"/>
                </a:lnTo>
                <a:lnTo>
                  <a:pt x="21600" y="21600"/>
                </a:lnTo>
                <a:lnTo>
                  <a:pt x="21600" y="0"/>
                </a:lnTo>
                <a:close/>
              </a:path>
            </a:pathLst>
          </a:custGeom>
          <a:solidFill>
            <a:srgbClr val="17AFE3">
              <a:alpha val="66000"/>
            </a:srgbClr>
          </a:solidFill>
          <a:ln cap="flat" cmpd="sng">
            <a:noFill/>
            <a:prstDash val="solid"/>
            <a:miter/>
          </a:ln>
        </p:spPr>
      </p:sp>
      <p:sp>
        <p:nvSpPr>
          <p:cNvPr id="32" name="曲线"/>
          <p:cNvSpPr/>
          <p:nvPr/>
        </p:nvSpPr>
        <p:spPr>
          <a:xfrm>
            <a:off x="9337930" y="0"/>
            <a:ext cx="2854324" cy="6858000"/>
          </a:xfrm>
          <a:custGeom>
            <a:avLst/>
            <a:gdLst>
              <a:gd name="T1" fmla="*/ 0 w 21600"/>
              <a:gd name="T2" fmla="*/ 0 h 21600"/>
              <a:gd name="T3" fmla="*/ 21600 w 21600"/>
              <a:gd name="T4" fmla="*/ 21600 h 21600"/>
            </a:gdLst>
            <a:ahLst/>
            <a:cxnLst/>
            <a:rect l="T1" t="T2" r="T3" b="T4"/>
            <a:pathLst>
              <a:path w="21600" h="21600">
                <a:moveTo>
                  <a:pt x="21598" y="0"/>
                </a:moveTo>
                <a:lnTo>
                  <a:pt x="0" y="0"/>
                </a:lnTo>
                <a:lnTo>
                  <a:pt x="18691" y="21599"/>
                </a:lnTo>
                <a:lnTo>
                  <a:pt x="21598" y="21599"/>
                </a:lnTo>
                <a:lnTo>
                  <a:pt x="21598" y="0"/>
                </a:lnTo>
                <a:close/>
              </a:path>
            </a:pathLst>
          </a:custGeom>
          <a:solidFill>
            <a:srgbClr val="17AFE3">
              <a:alpha val="50000"/>
            </a:srgbClr>
          </a:solidFill>
          <a:ln cap="flat" cmpd="sng">
            <a:noFill/>
            <a:prstDash val="solid"/>
            <a:miter/>
          </a:ln>
        </p:spPr>
      </p:sp>
      <p:sp>
        <p:nvSpPr>
          <p:cNvPr id="31" name="曲线"/>
          <p:cNvSpPr/>
          <p:nvPr/>
        </p:nvSpPr>
        <p:spPr>
          <a:xfrm>
            <a:off x="10896601" y="0"/>
            <a:ext cx="1295400" cy="6858000"/>
          </a:xfrm>
          <a:custGeom>
            <a:avLst/>
            <a:gdLst>
              <a:gd name="T1" fmla="*/ 0 w 21600"/>
              <a:gd name="T2" fmla="*/ 0 h 21600"/>
              <a:gd name="T3" fmla="*/ 21600 w 21600"/>
              <a:gd name="T4" fmla="*/ 21600 h 21600"/>
            </a:gdLst>
            <a:ahLst/>
            <a:cxnLst/>
            <a:rect l="T1" t="T2" r="T3" b="T4"/>
            <a:pathLst>
              <a:path w="21600" h="21600">
                <a:moveTo>
                  <a:pt x="21599" y="0"/>
                </a:moveTo>
                <a:lnTo>
                  <a:pt x="17048" y="0"/>
                </a:lnTo>
                <a:lnTo>
                  <a:pt x="0" y="21599"/>
                </a:lnTo>
                <a:lnTo>
                  <a:pt x="21599" y="21599"/>
                </a:lnTo>
                <a:lnTo>
                  <a:pt x="21599" y="0"/>
                </a:lnTo>
                <a:close/>
              </a:path>
            </a:pathLst>
          </a:custGeom>
          <a:solidFill>
            <a:srgbClr val="2D83C3">
              <a:alpha val="70000"/>
            </a:srgbClr>
          </a:solidFill>
          <a:ln cap="flat" cmpd="sng">
            <a:noFill/>
            <a:prstDash val="solid"/>
            <a:miter/>
          </a:ln>
        </p:spPr>
      </p:sp>
      <p:sp>
        <p:nvSpPr>
          <p:cNvPr id="30" name="曲线"/>
          <p:cNvSpPr/>
          <p:nvPr/>
        </p:nvSpPr>
        <p:spPr>
          <a:xfrm>
            <a:off x="10936247" y="0"/>
            <a:ext cx="1256029" cy="6858000"/>
          </a:xfrm>
          <a:custGeom>
            <a:avLst/>
            <a:gdLst>
              <a:gd name="T1" fmla="*/ 0 w 21600"/>
              <a:gd name="T2" fmla="*/ 0 h 21600"/>
              <a:gd name="T3" fmla="*/ 21600 w 21600"/>
              <a:gd name="T4" fmla="*/ 21600 h 21600"/>
            </a:gdLst>
            <a:ahLst/>
            <a:cxnLst/>
            <a:rect l="T1" t="T2" r="T3" b="T4"/>
            <a:pathLst>
              <a:path w="21600" h="21600">
                <a:moveTo>
                  <a:pt x="21595" y="0"/>
                </a:moveTo>
                <a:lnTo>
                  <a:pt x="0" y="0"/>
                </a:lnTo>
                <a:lnTo>
                  <a:pt x="19166" y="21599"/>
                </a:lnTo>
                <a:lnTo>
                  <a:pt x="21595" y="21599"/>
                </a:lnTo>
                <a:lnTo>
                  <a:pt x="21595" y="0"/>
                </a:lnTo>
                <a:close/>
              </a:path>
            </a:pathLst>
          </a:custGeom>
          <a:solidFill>
            <a:srgbClr val="226192">
              <a:alpha val="80000"/>
            </a:srgbClr>
          </a:solidFill>
          <a:ln cap="flat" cmpd="sng">
            <a:noFill/>
            <a:prstDash val="solid"/>
            <a:miter/>
          </a:ln>
        </p:spPr>
      </p:sp>
      <p:sp>
        <p:nvSpPr>
          <p:cNvPr id="29" name="曲线"/>
          <p:cNvSpPr/>
          <p:nvPr/>
        </p:nvSpPr>
        <p:spPr>
          <a:xfrm>
            <a:off x="10372725" y="3590925"/>
            <a:ext cx="1819275" cy="3267075"/>
          </a:xfrm>
          <a:custGeom>
            <a:avLst/>
            <a:gdLst>
              <a:gd name="T1" fmla="*/ 0 w 21600"/>
              <a:gd name="T2" fmla="*/ 0 h 21600"/>
              <a:gd name="T3" fmla="*/ 21600 w 21600"/>
              <a:gd name="T4" fmla="*/ 21600 h 21600"/>
            </a:gdLst>
            <a:ahLst/>
            <a:cxnLst/>
            <a:rect l="T1" t="T2" r="T3" b="T4"/>
            <a:pathLst>
              <a:path w="21600" h="21600">
                <a:moveTo>
                  <a:pt x="21600" y="0"/>
                </a:moveTo>
                <a:lnTo>
                  <a:pt x="0" y="21600"/>
                </a:lnTo>
                <a:lnTo>
                  <a:pt x="21600" y="21600"/>
                </a:lnTo>
                <a:lnTo>
                  <a:pt x="21600" y="0"/>
                </a:lnTo>
                <a:close/>
              </a:path>
            </a:pathLst>
          </a:custGeom>
          <a:solidFill>
            <a:srgbClr val="17AFE3">
              <a:alpha val="66000"/>
            </a:srgbClr>
          </a:solidFill>
          <a:ln cap="flat" cmpd="sng">
            <a:noFill/>
            <a:prstDash val="solid"/>
            <a:miter/>
          </a:ln>
        </p:spPr>
      </p:sp>
      <p:sp>
        <p:nvSpPr>
          <p:cNvPr id="28" name="曲线"/>
          <p:cNvSpPr/>
          <p:nvPr/>
        </p:nvSpPr>
        <p:spPr>
          <a:xfrm>
            <a:off x="0" y="4010025"/>
            <a:ext cx="447674" cy="2847975"/>
          </a:xfrm>
          <a:custGeom>
            <a:avLst/>
            <a:gdLst>
              <a:gd name="T1" fmla="*/ 0 w 21600"/>
              <a:gd name="T2" fmla="*/ 0 h 21600"/>
              <a:gd name="T3" fmla="*/ 21600 w 21600"/>
              <a:gd name="T4" fmla="*/ 21600 h 21600"/>
            </a:gdLst>
            <a:ahLst/>
            <a:cxnLst/>
            <a:rect l="T1" t="T2" r="T3" b="T4"/>
            <a:pathLst>
              <a:path w="21600" h="21600">
                <a:moveTo>
                  <a:pt x="0" y="0"/>
                </a:moveTo>
                <a:lnTo>
                  <a:pt x="0" y="21600"/>
                </a:lnTo>
                <a:lnTo>
                  <a:pt x="21600" y="21600"/>
                </a:lnTo>
                <a:lnTo>
                  <a:pt x="0" y="0"/>
                </a:lnTo>
                <a:close/>
              </a:path>
            </a:pathLst>
          </a:custGeom>
          <a:solidFill>
            <a:srgbClr val="5FCAEE">
              <a:alpha val="70000"/>
            </a:srgbClr>
          </a:solidFill>
          <a:ln cap="flat" cmpd="sng">
            <a:noFill/>
            <a:prstDash val="solid"/>
            <a:miter/>
          </a:ln>
        </p:spPr>
      </p:sp>
      <p:sp>
        <p:nvSpPr>
          <p:cNvPr id="23" name="文本框"/>
          <p:cNvSpPr>
            <a:spLocks noGrp="1"/>
          </p:cNvSpPr>
          <p:nvPr>
            <p:ph type="title"/>
          </p:nvPr>
        </p:nvSpPr>
        <p:spPr>
          <a:xfrm>
            <a:off x="3195573" y="2067305"/>
            <a:ext cx="5800851" cy="518159"/>
          </a:xfrm>
          <a:prstGeom prst="rect">
            <a:avLst/>
          </a:prstGeom>
          <a:noFill/>
          <a:ln w="12700" cap="flat" cmpd="sng">
            <a:noFill/>
            <a:prstDash val="solid"/>
            <a:miter/>
          </a:ln>
        </p:spPr>
        <p:txBody>
          <a:bodyPr vert="horz" wrap="square" lIns="91440" tIns="45720" rIns="91440" bIns="45720" anchor="t" anchorCtr="0">
            <a:spAutoFit/>
          </a:bodyPr>
          <a:lstStyle/>
          <a:p>
            <a:endParaRPr lang="zh-CN" altLang="en-US" sz="3200" b="0" i="0">
              <a:solidFill>
                <a:schemeClr val="tx1"/>
              </a:solidFill>
              <a:latin typeface="Trebuchet MS" panose="020B0603020202020204" charset="0"/>
              <a:cs typeface="Trebuchet MS" panose="020B0603020202020204" charset="0"/>
            </a:endParaRPr>
          </a:p>
        </p:txBody>
      </p:sp>
      <p:sp>
        <p:nvSpPr>
          <p:cNvPr id="24" name="文本框"/>
          <p:cNvSpPr>
            <a:spLocks noGrp="1"/>
          </p:cNvSpPr>
          <p:nvPr>
            <p:ph type="body" idx="4"/>
          </p:nvPr>
        </p:nvSpPr>
        <p:spPr>
          <a:xfrm>
            <a:off x="1828800" y="3840480"/>
            <a:ext cx="8534401" cy="1714499"/>
          </a:xfrm>
          <a:prstGeom prst="rect">
            <a:avLst/>
          </a:prstGeom>
          <a:noFill/>
          <a:ln w="12700" cap="flat" cmpd="sng">
            <a:noFill/>
            <a:prstDash val="solid"/>
            <a:miter/>
          </a:ln>
        </p:spPr>
        <p:txBody>
          <a:bodyPr vert="horz" wrap="square" lIns="91440" tIns="45720" rIns="91440" bIns="45720" anchor="t" anchorCtr="0">
            <a:spAutoFit/>
          </a:bodyPr>
          <a:lstStyle/>
          <a:p>
            <a:endParaRPr lang="zh-CN" altLang="en-US"/>
          </a:p>
        </p:txBody>
      </p:sp>
      <p:sp>
        <p:nvSpPr>
          <p:cNvPr id="25" name="文本框"/>
          <p:cNvSpPr>
            <a:spLocks noGrp="1"/>
          </p:cNvSpPr>
          <p:nvPr>
            <p:ph type="ftr" idx="5"/>
          </p:nvPr>
        </p:nvSpPr>
        <p:spPr>
          <a:xfrm>
            <a:off x="4145279" y="6377940"/>
            <a:ext cx="3901440" cy="342900"/>
          </a:xfrm>
          <a:prstGeom prst="rect">
            <a:avLst/>
          </a:prstGeom>
          <a:noFill/>
          <a:ln cap="flat" cmpd="sng">
            <a:noFill/>
            <a:prstDash val="solid"/>
            <a:miter/>
          </a:ln>
        </p:spPr>
        <p:txBody>
          <a:bodyPr vert="horz" wrap="square" lIns="0" tIns="0" rIns="0" bIns="0" anchor="t" anchorCtr="0">
            <a:spAutoFit/>
          </a:bodyPr>
          <a:lstStyle/>
          <a:p>
            <a:pPr algn="ctr"/>
            <a:endParaRPr lang="zh-CN" altLang="en-US">
              <a:solidFill>
                <a:srgbClr val="898989"/>
              </a:solidFill>
              <a:latin typeface="Calibri" panose="020F0502020204030204" charset="0"/>
              <a:ea typeface="SimSun" panose="02010600030101010101" pitchFamily="2" charset="-122"/>
              <a:cs typeface="Calibri" panose="020F0502020204030204" charset="0"/>
            </a:endParaRPr>
          </a:p>
        </p:txBody>
      </p:sp>
      <p:sp>
        <p:nvSpPr>
          <p:cNvPr id="26" name="文本框"/>
          <p:cNvSpPr>
            <a:spLocks noGrp="1"/>
          </p:cNvSpPr>
          <p:nvPr>
            <p:ph type="dt" idx="6"/>
          </p:nvPr>
        </p:nvSpPr>
        <p:spPr>
          <a:xfrm>
            <a:off x="609600" y="6377940"/>
            <a:ext cx="2804160" cy="342900"/>
          </a:xfrm>
          <a:prstGeom prst="rect">
            <a:avLst/>
          </a:prstGeom>
          <a:noFill/>
          <a:ln cap="flat" cmpd="sng">
            <a:noFill/>
            <a:prstDash val="solid"/>
            <a:miter/>
          </a:ln>
        </p:spPr>
        <p:txBody>
          <a:bodyPr vert="horz" wrap="square" lIns="0" tIns="0" rIns="0" bIns="0" anchor="t" anchorCtr="0">
            <a:spAutoFit/>
          </a:bodyPr>
          <a:lstStyle/>
          <a:p>
            <a:pPr algn="l"/>
            <a:endParaRPr lang="zh-CN" altLang="en-US">
              <a:solidFill>
                <a:srgbClr val="898989"/>
              </a:solidFill>
              <a:latin typeface="Calibri" panose="020F0502020204030204" charset="0"/>
              <a:ea typeface="SimSun" panose="02010600030101010101" pitchFamily="2" charset="-122"/>
              <a:cs typeface="Calibri" panose="020F0502020204030204" charset="0"/>
            </a:endParaRPr>
          </a:p>
        </p:txBody>
      </p:sp>
      <p:sp>
        <p:nvSpPr>
          <p:cNvPr id="27" name="文本框"/>
          <p:cNvSpPr>
            <a:spLocks noGrp="1"/>
          </p:cNvSpPr>
          <p:nvPr>
            <p:ph type="sldNum" idx="7"/>
          </p:nvPr>
        </p:nvSpPr>
        <p:spPr>
          <a:xfrm>
            <a:off x="11353418" y="6473336"/>
            <a:ext cx="151129" cy="191770"/>
          </a:xfrm>
          <a:prstGeom prst="rect">
            <a:avLst/>
          </a:prstGeom>
          <a:noFill/>
          <a:ln cap="flat" cmpd="sng">
            <a:noFill/>
            <a:prstDash val="solid"/>
            <a:miter/>
          </a:ln>
        </p:spPr>
        <p:txBody>
          <a:bodyPr vert="horz" wrap="square" lIns="0" tIns="0" rIns="0" bIns="0" anchor="t" anchorCtr="0">
            <a:spAutoFit/>
          </a:bodyPr>
          <a:lstStyle/>
          <a:p>
            <a:pPr marL="38100" indent="0">
              <a:lnSpc>
                <a:spcPct val="100000"/>
              </a:lnSpc>
              <a:spcBef>
                <a:spcPts val="55"/>
              </a:spcBef>
            </a:pPr>
            <a:fld id="{CAD2D6BD-DE1B-4B5F-8B41-2702339687B9}" type="slidenum">
              <a:rPr lang="en-US" altLang="zh-CN" sz="1100" b="0" i="0" u="none" strike="noStrike" kern="1200" cap="none" spc="10" baseline="0">
                <a:solidFill>
                  <a:srgbClr val="2D936B"/>
                </a:solidFill>
                <a:latin typeface="Trebuchet MS" panose="020B0603020202020204" charset="0"/>
                <a:ea typeface="SimSun" panose="02010600030101010101" pitchFamily="2" charset="-122"/>
                <a:cs typeface="Trebuchet MS" panose="020B0603020202020204" charset="0"/>
              </a:rPr>
            </a:fld>
            <a:endParaRPr lang="zh-CN" altLang="en-US" sz="1100" b="0" i="0" spc="10">
              <a:solidFill>
                <a:srgbClr val="2D936B"/>
              </a:solidFill>
              <a:latin typeface="Trebuchet MS" panose="020B0603020202020204" charset="0"/>
              <a:ea typeface="SimSun" panose="02010600030101010101" pitchFamily="2" charset="-122"/>
              <a:cs typeface="Trebuchet MS" panose="020B0603020202020204" charset="0"/>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showMasterSp="0">
  <p:cSld name="自定义版式">
    <p:bg>
      <p:bgPr>
        <a:solidFill>
          <a:schemeClr val="bg1"/>
        </a:solidFill>
        <a:effectLst/>
      </p:bgPr>
    </p:bg>
    <p:spTree>
      <p:nvGrpSpPr>
        <p:cNvPr id="1" name=""/>
        <p:cNvGrpSpPr/>
        <p:nvPr/>
      </p:nvGrpSpPr>
      <p:grpSpPr>
        <a:xfrm>
          <a:off x="0" y="0"/>
          <a:ext cx="0" cy="0"/>
          <a:chOff x="0" y="0"/>
          <a:chExt cx="0" cy="0"/>
        </a:xfrm>
      </p:grpSpPr>
      <p:sp>
        <p:nvSpPr>
          <p:cNvPr id="62" name="曲线"/>
          <p:cNvSpPr/>
          <p:nvPr/>
        </p:nvSpPr>
        <p:spPr>
          <a:xfrm>
            <a:off x="9377426" y="4825"/>
            <a:ext cx="1218564" cy="6853554"/>
          </a:xfrm>
          <a:custGeom>
            <a:avLst/>
            <a:gdLst>
              <a:gd name="T1" fmla="*/ 0 w 21600"/>
              <a:gd name="T2" fmla="*/ 0 h 21600"/>
              <a:gd name="T3" fmla="*/ 21600 w 21600"/>
              <a:gd name="T4" fmla="*/ 21600 h 21600"/>
            </a:gdLst>
            <a:ahLst/>
            <a:cxnLst/>
            <a:rect l="T1" t="T2" r="T3" b="T4"/>
            <a:pathLst>
              <a:path w="21600" h="21600">
                <a:moveTo>
                  <a:pt x="0" y="0"/>
                </a:moveTo>
                <a:lnTo>
                  <a:pt x="21596" y="21598"/>
                </a:lnTo>
              </a:path>
            </a:pathLst>
          </a:custGeom>
          <a:noFill/>
          <a:ln w="9525" cap="flat" cmpd="sng">
            <a:solidFill>
              <a:srgbClr val="5FCAEE"/>
            </a:solidFill>
            <a:prstDash val="solid"/>
            <a:round/>
          </a:ln>
        </p:spPr>
      </p:sp>
      <p:sp>
        <p:nvSpPr>
          <p:cNvPr id="61" name="曲线"/>
          <p:cNvSpPr/>
          <p:nvPr/>
        </p:nvSpPr>
        <p:spPr>
          <a:xfrm>
            <a:off x="7448612" y="3694896"/>
            <a:ext cx="4743450" cy="3163570"/>
          </a:xfrm>
          <a:custGeom>
            <a:avLst/>
            <a:gdLst>
              <a:gd name="T1" fmla="*/ 0 w 21600"/>
              <a:gd name="T2" fmla="*/ 0 h 21600"/>
              <a:gd name="T3" fmla="*/ 21600 w 21600"/>
              <a:gd name="T4" fmla="*/ 21600 h 21600"/>
            </a:gdLst>
            <a:ahLst/>
            <a:cxnLst/>
            <a:rect l="T1" t="T2" r="T3" b="T4"/>
            <a:pathLst>
              <a:path w="21600" h="21600">
                <a:moveTo>
                  <a:pt x="21599" y="0"/>
                </a:moveTo>
                <a:lnTo>
                  <a:pt x="0" y="21596"/>
                </a:lnTo>
              </a:path>
            </a:pathLst>
          </a:custGeom>
          <a:noFill/>
          <a:ln w="9525" cap="flat" cmpd="sng">
            <a:solidFill>
              <a:srgbClr val="5FCAEE"/>
            </a:solidFill>
            <a:prstDash val="solid"/>
            <a:round/>
          </a:ln>
        </p:spPr>
      </p:sp>
      <p:sp>
        <p:nvSpPr>
          <p:cNvPr id="60" name="曲线"/>
          <p:cNvSpPr/>
          <p:nvPr/>
        </p:nvSpPr>
        <p:spPr>
          <a:xfrm>
            <a:off x="9182100" y="0"/>
            <a:ext cx="3009899" cy="6858000"/>
          </a:xfrm>
          <a:custGeom>
            <a:avLst/>
            <a:gdLst>
              <a:gd name="T1" fmla="*/ 0 w 21600"/>
              <a:gd name="T2" fmla="*/ 0 h 21600"/>
              <a:gd name="T3" fmla="*/ 21600 w 21600"/>
              <a:gd name="T4" fmla="*/ 21600 h 21600"/>
            </a:gdLst>
            <a:ahLst/>
            <a:cxnLst/>
            <a:rect l="T1" t="T2" r="T3" b="T4"/>
            <a:pathLst>
              <a:path w="21600" h="21600">
                <a:moveTo>
                  <a:pt x="21599" y="0"/>
                </a:moveTo>
                <a:lnTo>
                  <a:pt x="14671" y="0"/>
                </a:lnTo>
                <a:lnTo>
                  <a:pt x="0" y="21599"/>
                </a:lnTo>
                <a:lnTo>
                  <a:pt x="21599" y="21599"/>
                </a:lnTo>
                <a:lnTo>
                  <a:pt x="21599" y="0"/>
                </a:lnTo>
                <a:close/>
              </a:path>
            </a:pathLst>
          </a:custGeom>
          <a:solidFill>
            <a:srgbClr val="5FCAEE">
              <a:alpha val="36000"/>
            </a:srgbClr>
          </a:solidFill>
          <a:ln cap="flat" cmpd="sng">
            <a:noFill/>
            <a:prstDash val="solid"/>
            <a:miter/>
          </a:ln>
        </p:spPr>
      </p:sp>
      <p:sp>
        <p:nvSpPr>
          <p:cNvPr id="59" name="曲线"/>
          <p:cNvSpPr/>
          <p:nvPr/>
        </p:nvSpPr>
        <p:spPr>
          <a:xfrm>
            <a:off x="9602878" y="0"/>
            <a:ext cx="2589529" cy="6858000"/>
          </a:xfrm>
          <a:custGeom>
            <a:avLst/>
            <a:gdLst>
              <a:gd name="T1" fmla="*/ 0 w 21600"/>
              <a:gd name="T2" fmla="*/ 0 h 21600"/>
              <a:gd name="T3" fmla="*/ 21600 w 21600"/>
              <a:gd name="T4" fmla="*/ 21600 h 21600"/>
            </a:gdLst>
            <a:ahLst/>
            <a:cxnLst/>
            <a:rect l="T1" t="T2" r="T3" b="T4"/>
            <a:pathLst>
              <a:path w="21600" h="21600">
                <a:moveTo>
                  <a:pt x="21596" y="0"/>
                </a:moveTo>
                <a:lnTo>
                  <a:pt x="0" y="0"/>
                </a:lnTo>
                <a:lnTo>
                  <a:pt x="10083" y="21599"/>
                </a:lnTo>
                <a:lnTo>
                  <a:pt x="21596" y="21599"/>
                </a:lnTo>
                <a:lnTo>
                  <a:pt x="21596" y="0"/>
                </a:lnTo>
                <a:close/>
              </a:path>
            </a:pathLst>
          </a:custGeom>
          <a:solidFill>
            <a:srgbClr val="5FCAEE">
              <a:alpha val="20000"/>
            </a:srgbClr>
          </a:solidFill>
          <a:ln cap="flat" cmpd="sng">
            <a:noFill/>
            <a:prstDash val="solid"/>
            <a:miter/>
          </a:ln>
        </p:spPr>
      </p:sp>
      <p:sp>
        <p:nvSpPr>
          <p:cNvPr id="58" name="曲线"/>
          <p:cNvSpPr/>
          <p:nvPr/>
        </p:nvSpPr>
        <p:spPr>
          <a:xfrm>
            <a:off x="8934450" y="3048000"/>
            <a:ext cx="3257550" cy="3810000"/>
          </a:xfrm>
          <a:custGeom>
            <a:avLst/>
            <a:gdLst>
              <a:gd name="T1" fmla="*/ 0 w 21600"/>
              <a:gd name="T2" fmla="*/ 0 h 21600"/>
              <a:gd name="T3" fmla="*/ 21600 w 21600"/>
              <a:gd name="T4" fmla="*/ 21600 h 21600"/>
            </a:gdLst>
            <a:ahLst/>
            <a:cxnLst/>
            <a:rect l="T1" t="T2" r="T3" b="T4"/>
            <a:pathLst>
              <a:path w="21600" h="21600">
                <a:moveTo>
                  <a:pt x="21600" y="0"/>
                </a:moveTo>
                <a:lnTo>
                  <a:pt x="0" y="21600"/>
                </a:lnTo>
                <a:lnTo>
                  <a:pt x="21600" y="21600"/>
                </a:lnTo>
                <a:lnTo>
                  <a:pt x="21600" y="0"/>
                </a:lnTo>
                <a:close/>
              </a:path>
            </a:pathLst>
          </a:custGeom>
          <a:solidFill>
            <a:srgbClr val="17AFE3">
              <a:alpha val="66000"/>
            </a:srgbClr>
          </a:solidFill>
          <a:ln cap="flat" cmpd="sng">
            <a:noFill/>
            <a:prstDash val="solid"/>
            <a:miter/>
          </a:ln>
        </p:spPr>
      </p:sp>
      <p:sp>
        <p:nvSpPr>
          <p:cNvPr id="57" name="曲线"/>
          <p:cNvSpPr/>
          <p:nvPr/>
        </p:nvSpPr>
        <p:spPr>
          <a:xfrm>
            <a:off x="9337930" y="0"/>
            <a:ext cx="2854324" cy="6858000"/>
          </a:xfrm>
          <a:custGeom>
            <a:avLst/>
            <a:gdLst>
              <a:gd name="T1" fmla="*/ 0 w 21600"/>
              <a:gd name="T2" fmla="*/ 0 h 21600"/>
              <a:gd name="T3" fmla="*/ 21600 w 21600"/>
              <a:gd name="T4" fmla="*/ 21600 h 21600"/>
            </a:gdLst>
            <a:ahLst/>
            <a:cxnLst/>
            <a:rect l="T1" t="T2" r="T3" b="T4"/>
            <a:pathLst>
              <a:path w="21600" h="21600">
                <a:moveTo>
                  <a:pt x="21598" y="0"/>
                </a:moveTo>
                <a:lnTo>
                  <a:pt x="0" y="0"/>
                </a:lnTo>
                <a:lnTo>
                  <a:pt x="18691" y="21599"/>
                </a:lnTo>
                <a:lnTo>
                  <a:pt x="21598" y="21599"/>
                </a:lnTo>
                <a:lnTo>
                  <a:pt x="21598" y="0"/>
                </a:lnTo>
                <a:close/>
              </a:path>
            </a:pathLst>
          </a:custGeom>
          <a:solidFill>
            <a:srgbClr val="17AFE3">
              <a:alpha val="50000"/>
            </a:srgbClr>
          </a:solidFill>
          <a:ln cap="flat" cmpd="sng">
            <a:noFill/>
            <a:prstDash val="solid"/>
            <a:miter/>
          </a:ln>
        </p:spPr>
      </p:sp>
      <p:sp>
        <p:nvSpPr>
          <p:cNvPr id="56" name="曲线"/>
          <p:cNvSpPr/>
          <p:nvPr/>
        </p:nvSpPr>
        <p:spPr>
          <a:xfrm>
            <a:off x="10896601" y="0"/>
            <a:ext cx="1295400" cy="6858000"/>
          </a:xfrm>
          <a:custGeom>
            <a:avLst/>
            <a:gdLst>
              <a:gd name="T1" fmla="*/ 0 w 21600"/>
              <a:gd name="T2" fmla="*/ 0 h 21600"/>
              <a:gd name="T3" fmla="*/ 21600 w 21600"/>
              <a:gd name="T4" fmla="*/ 21600 h 21600"/>
            </a:gdLst>
            <a:ahLst/>
            <a:cxnLst/>
            <a:rect l="T1" t="T2" r="T3" b="T4"/>
            <a:pathLst>
              <a:path w="21600" h="21600">
                <a:moveTo>
                  <a:pt x="21599" y="0"/>
                </a:moveTo>
                <a:lnTo>
                  <a:pt x="17048" y="0"/>
                </a:lnTo>
                <a:lnTo>
                  <a:pt x="0" y="21599"/>
                </a:lnTo>
                <a:lnTo>
                  <a:pt x="21599" y="21599"/>
                </a:lnTo>
                <a:lnTo>
                  <a:pt x="21599" y="0"/>
                </a:lnTo>
                <a:close/>
              </a:path>
            </a:pathLst>
          </a:custGeom>
          <a:solidFill>
            <a:srgbClr val="2D83C3">
              <a:alpha val="70000"/>
            </a:srgbClr>
          </a:solidFill>
          <a:ln cap="flat" cmpd="sng">
            <a:noFill/>
            <a:prstDash val="solid"/>
            <a:miter/>
          </a:ln>
        </p:spPr>
      </p:sp>
      <p:sp>
        <p:nvSpPr>
          <p:cNvPr id="55" name="曲线"/>
          <p:cNvSpPr/>
          <p:nvPr/>
        </p:nvSpPr>
        <p:spPr>
          <a:xfrm>
            <a:off x="10936247" y="0"/>
            <a:ext cx="1256029" cy="6858000"/>
          </a:xfrm>
          <a:custGeom>
            <a:avLst/>
            <a:gdLst>
              <a:gd name="T1" fmla="*/ 0 w 21600"/>
              <a:gd name="T2" fmla="*/ 0 h 21600"/>
              <a:gd name="T3" fmla="*/ 21600 w 21600"/>
              <a:gd name="T4" fmla="*/ 21600 h 21600"/>
            </a:gdLst>
            <a:ahLst/>
            <a:cxnLst/>
            <a:rect l="T1" t="T2" r="T3" b="T4"/>
            <a:pathLst>
              <a:path w="21600" h="21600">
                <a:moveTo>
                  <a:pt x="21595" y="0"/>
                </a:moveTo>
                <a:lnTo>
                  <a:pt x="0" y="0"/>
                </a:lnTo>
                <a:lnTo>
                  <a:pt x="19166" y="21599"/>
                </a:lnTo>
                <a:lnTo>
                  <a:pt x="21595" y="21599"/>
                </a:lnTo>
                <a:lnTo>
                  <a:pt x="21595" y="0"/>
                </a:lnTo>
                <a:close/>
              </a:path>
            </a:pathLst>
          </a:custGeom>
          <a:solidFill>
            <a:srgbClr val="226192">
              <a:alpha val="80000"/>
            </a:srgbClr>
          </a:solidFill>
          <a:ln cap="flat" cmpd="sng">
            <a:noFill/>
            <a:prstDash val="solid"/>
            <a:miter/>
          </a:ln>
        </p:spPr>
      </p:sp>
      <p:sp>
        <p:nvSpPr>
          <p:cNvPr id="54" name="曲线"/>
          <p:cNvSpPr/>
          <p:nvPr/>
        </p:nvSpPr>
        <p:spPr>
          <a:xfrm>
            <a:off x="10372725" y="3590925"/>
            <a:ext cx="1819275" cy="3267075"/>
          </a:xfrm>
          <a:custGeom>
            <a:avLst/>
            <a:gdLst>
              <a:gd name="T1" fmla="*/ 0 w 21600"/>
              <a:gd name="T2" fmla="*/ 0 h 21600"/>
              <a:gd name="T3" fmla="*/ 21600 w 21600"/>
              <a:gd name="T4" fmla="*/ 21600 h 21600"/>
            </a:gdLst>
            <a:ahLst/>
            <a:cxnLst/>
            <a:rect l="T1" t="T2" r="T3" b="T4"/>
            <a:pathLst>
              <a:path w="21600" h="21600">
                <a:moveTo>
                  <a:pt x="21600" y="0"/>
                </a:moveTo>
                <a:lnTo>
                  <a:pt x="0" y="21600"/>
                </a:lnTo>
                <a:lnTo>
                  <a:pt x="21600" y="21600"/>
                </a:lnTo>
                <a:lnTo>
                  <a:pt x="21600" y="0"/>
                </a:lnTo>
                <a:close/>
              </a:path>
            </a:pathLst>
          </a:custGeom>
          <a:solidFill>
            <a:srgbClr val="17AFE3">
              <a:alpha val="66000"/>
            </a:srgbClr>
          </a:solidFill>
          <a:ln cap="flat" cmpd="sng">
            <a:noFill/>
            <a:prstDash val="solid"/>
            <a:miter/>
          </a:ln>
        </p:spPr>
      </p:sp>
      <p:sp>
        <p:nvSpPr>
          <p:cNvPr id="53" name="曲线"/>
          <p:cNvSpPr/>
          <p:nvPr/>
        </p:nvSpPr>
        <p:spPr>
          <a:xfrm>
            <a:off x="0" y="4010025"/>
            <a:ext cx="447674" cy="2847975"/>
          </a:xfrm>
          <a:custGeom>
            <a:avLst/>
            <a:gdLst>
              <a:gd name="T1" fmla="*/ 0 w 21600"/>
              <a:gd name="T2" fmla="*/ 0 h 21600"/>
              <a:gd name="T3" fmla="*/ 21600 w 21600"/>
              <a:gd name="T4" fmla="*/ 21600 h 21600"/>
            </a:gdLst>
            <a:ahLst/>
            <a:cxnLst/>
            <a:rect l="T1" t="T2" r="T3" b="T4"/>
            <a:pathLst>
              <a:path w="21600" h="21600">
                <a:moveTo>
                  <a:pt x="0" y="0"/>
                </a:moveTo>
                <a:lnTo>
                  <a:pt x="0" y="21600"/>
                </a:lnTo>
                <a:lnTo>
                  <a:pt x="21600" y="21600"/>
                </a:lnTo>
                <a:lnTo>
                  <a:pt x="0" y="0"/>
                </a:lnTo>
                <a:close/>
              </a:path>
            </a:pathLst>
          </a:custGeom>
          <a:solidFill>
            <a:srgbClr val="5FCAEE">
              <a:alpha val="70000"/>
            </a:srgbClr>
          </a:solidFill>
          <a:ln cap="flat" cmpd="sng">
            <a:noFill/>
            <a:prstDash val="solid"/>
            <a:miter/>
          </a:ln>
        </p:spPr>
      </p:sp>
      <p:sp>
        <p:nvSpPr>
          <p:cNvPr id="49" name="文本框"/>
          <p:cNvSpPr>
            <a:spLocks noGrp="1"/>
          </p:cNvSpPr>
          <p:nvPr>
            <p:ph type="title"/>
          </p:nvPr>
        </p:nvSpPr>
        <p:spPr>
          <a:xfrm>
            <a:off x="755332" y="385444"/>
            <a:ext cx="10681335" cy="758190"/>
          </a:xfrm>
          <a:prstGeom prst="rect">
            <a:avLst/>
          </a:prstGeom>
          <a:noFill/>
          <a:ln w="12700" cap="flat" cmpd="sng">
            <a:noFill/>
            <a:prstDash val="solid"/>
            <a:miter/>
          </a:ln>
        </p:spPr>
        <p:txBody>
          <a:bodyPr vert="horz" wrap="square" lIns="0" tIns="0" rIns="0" bIns="0" anchor="t" anchorCtr="0">
            <a:spAutoFit/>
          </a:bodyPr>
          <a:lstStyle/>
          <a:p>
            <a:endParaRPr lang="zh-CN" altLang="en-US" sz="4800" b="1" i="0">
              <a:solidFill>
                <a:schemeClr val="tx1"/>
              </a:solidFill>
              <a:latin typeface="Trebuchet MS" panose="020B0603020202020204" charset="0"/>
              <a:cs typeface="Trebuchet MS" panose="020B0603020202020204" charset="0"/>
            </a:endParaRPr>
          </a:p>
        </p:txBody>
      </p:sp>
      <p:sp>
        <p:nvSpPr>
          <p:cNvPr id="50" name="文本框"/>
          <p:cNvSpPr>
            <a:spLocks noGrp="1"/>
          </p:cNvSpPr>
          <p:nvPr>
            <p:ph type="ftr" idx="5"/>
          </p:nvPr>
        </p:nvSpPr>
        <p:spPr>
          <a:xfrm>
            <a:off x="4145279" y="6377940"/>
            <a:ext cx="3901440" cy="342900"/>
          </a:xfrm>
          <a:prstGeom prst="rect">
            <a:avLst/>
          </a:prstGeom>
          <a:noFill/>
          <a:ln cap="flat" cmpd="sng">
            <a:noFill/>
            <a:prstDash val="solid"/>
            <a:miter/>
          </a:ln>
        </p:spPr>
        <p:txBody>
          <a:bodyPr vert="horz" wrap="square" lIns="0" tIns="0" rIns="0" bIns="0" anchor="t" anchorCtr="0">
            <a:spAutoFit/>
          </a:bodyPr>
          <a:lstStyle/>
          <a:p>
            <a:pPr algn="ctr"/>
            <a:endParaRPr lang="zh-CN" altLang="en-US">
              <a:solidFill>
                <a:srgbClr val="898989"/>
              </a:solidFill>
              <a:latin typeface="Calibri" panose="020F0502020204030204" charset="0"/>
              <a:ea typeface="SimSun" panose="02010600030101010101" pitchFamily="2" charset="-122"/>
              <a:cs typeface="Calibri" panose="020F0502020204030204" charset="0"/>
            </a:endParaRPr>
          </a:p>
        </p:txBody>
      </p:sp>
      <p:sp>
        <p:nvSpPr>
          <p:cNvPr id="51" name="文本框"/>
          <p:cNvSpPr>
            <a:spLocks noGrp="1"/>
          </p:cNvSpPr>
          <p:nvPr>
            <p:ph type="dt" idx="6"/>
          </p:nvPr>
        </p:nvSpPr>
        <p:spPr>
          <a:xfrm>
            <a:off x="609600" y="6377940"/>
            <a:ext cx="2804160" cy="342900"/>
          </a:xfrm>
          <a:prstGeom prst="rect">
            <a:avLst/>
          </a:prstGeom>
          <a:noFill/>
          <a:ln cap="flat" cmpd="sng">
            <a:noFill/>
            <a:prstDash val="solid"/>
            <a:miter/>
          </a:ln>
        </p:spPr>
        <p:txBody>
          <a:bodyPr vert="horz" wrap="square" lIns="0" tIns="0" rIns="0" bIns="0" anchor="t" anchorCtr="0">
            <a:spAutoFit/>
          </a:bodyPr>
          <a:lstStyle/>
          <a:p>
            <a:pPr algn="l"/>
            <a:endParaRPr lang="zh-CN" altLang="en-US">
              <a:solidFill>
                <a:srgbClr val="898989"/>
              </a:solidFill>
              <a:latin typeface="Calibri" panose="020F0502020204030204" charset="0"/>
              <a:ea typeface="SimSun" panose="02010600030101010101" pitchFamily="2" charset="-122"/>
              <a:cs typeface="Calibri" panose="020F0502020204030204" charset="0"/>
            </a:endParaRPr>
          </a:p>
        </p:txBody>
      </p:sp>
      <p:sp>
        <p:nvSpPr>
          <p:cNvPr id="52" name="文本框"/>
          <p:cNvSpPr>
            <a:spLocks noGrp="1"/>
          </p:cNvSpPr>
          <p:nvPr>
            <p:ph type="sldNum" idx="7"/>
          </p:nvPr>
        </p:nvSpPr>
        <p:spPr>
          <a:xfrm>
            <a:off x="11353418" y="6473336"/>
            <a:ext cx="151129" cy="191770"/>
          </a:xfrm>
          <a:prstGeom prst="rect">
            <a:avLst/>
          </a:prstGeom>
          <a:noFill/>
          <a:ln cap="flat" cmpd="sng">
            <a:noFill/>
            <a:prstDash val="solid"/>
            <a:miter/>
          </a:ln>
        </p:spPr>
        <p:txBody>
          <a:bodyPr vert="horz" wrap="square" lIns="0" tIns="0" rIns="0" bIns="0" anchor="t" anchorCtr="0">
            <a:spAutoFit/>
          </a:bodyPr>
          <a:lstStyle/>
          <a:p>
            <a:pPr marL="38100" indent="0">
              <a:lnSpc>
                <a:spcPct val="100000"/>
              </a:lnSpc>
              <a:spcBef>
                <a:spcPts val="55"/>
              </a:spcBef>
            </a:pPr>
            <a:fld id="{CAD2D6BD-DE1B-4B5F-8B41-2702339687B9}" type="slidenum">
              <a:rPr lang="en-US" altLang="zh-CN" sz="1100" b="0" i="0" u="none" strike="noStrike" kern="1200" cap="none" spc="10" baseline="0">
                <a:solidFill>
                  <a:srgbClr val="2D936B"/>
                </a:solidFill>
                <a:latin typeface="Trebuchet MS" panose="020B0603020202020204" charset="0"/>
                <a:ea typeface="SimSun" panose="02010600030101010101" pitchFamily="2" charset="-122"/>
                <a:cs typeface="Trebuchet MS" panose="020B0603020202020204" charset="0"/>
              </a:rPr>
            </a:fld>
            <a:endParaRPr lang="zh-CN" altLang="en-US" sz="1100" b="0" i="0" spc="10">
              <a:solidFill>
                <a:srgbClr val="2D936B"/>
              </a:solidFill>
              <a:latin typeface="Trebuchet MS" panose="020B0603020202020204" charset="0"/>
              <a:ea typeface="SimSun" panose="02010600030101010101" pitchFamily="2" charset="-122"/>
              <a:cs typeface="Trebuchet MS" panose="020B0603020202020204" charset="0"/>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showMasterSp="0">
  <p:cSld name="自定义版式">
    <p:bg>
      <p:bgPr>
        <a:solidFill>
          <a:schemeClr val="bg1"/>
        </a:solidFill>
        <a:effectLst/>
      </p:bgPr>
    </p:bg>
    <p:spTree>
      <p:nvGrpSpPr>
        <p:cNvPr id="1" name=""/>
        <p:cNvGrpSpPr/>
        <p:nvPr/>
      </p:nvGrpSpPr>
      <p:grpSpPr>
        <a:xfrm>
          <a:off x="0" y="0"/>
          <a:ext cx="0" cy="0"/>
          <a:chOff x="0" y="0"/>
          <a:chExt cx="0" cy="0"/>
        </a:xfrm>
      </p:grpSpPr>
      <p:sp>
        <p:nvSpPr>
          <p:cNvPr id="120" name="曲线"/>
          <p:cNvSpPr/>
          <p:nvPr/>
        </p:nvSpPr>
        <p:spPr>
          <a:xfrm>
            <a:off x="9377426" y="4825"/>
            <a:ext cx="1218564" cy="6853554"/>
          </a:xfrm>
          <a:custGeom>
            <a:avLst/>
            <a:gdLst>
              <a:gd name="T1" fmla="*/ 0 w 21600"/>
              <a:gd name="T2" fmla="*/ 0 h 21600"/>
              <a:gd name="T3" fmla="*/ 21600 w 21600"/>
              <a:gd name="T4" fmla="*/ 21600 h 21600"/>
            </a:gdLst>
            <a:ahLst/>
            <a:cxnLst/>
            <a:rect l="T1" t="T2" r="T3" b="T4"/>
            <a:pathLst>
              <a:path w="21600" h="21600">
                <a:moveTo>
                  <a:pt x="0" y="0"/>
                </a:moveTo>
                <a:lnTo>
                  <a:pt x="21596" y="21598"/>
                </a:lnTo>
              </a:path>
            </a:pathLst>
          </a:custGeom>
          <a:noFill/>
          <a:ln w="9525" cap="flat" cmpd="sng">
            <a:solidFill>
              <a:srgbClr val="5FCAEE"/>
            </a:solidFill>
            <a:prstDash val="solid"/>
            <a:round/>
          </a:ln>
        </p:spPr>
      </p:sp>
      <p:sp>
        <p:nvSpPr>
          <p:cNvPr id="119" name="曲线"/>
          <p:cNvSpPr/>
          <p:nvPr/>
        </p:nvSpPr>
        <p:spPr>
          <a:xfrm>
            <a:off x="7448612" y="3694896"/>
            <a:ext cx="4743450" cy="3163570"/>
          </a:xfrm>
          <a:custGeom>
            <a:avLst/>
            <a:gdLst>
              <a:gd name="T1" fmla="*/ 0 w 21600"/>
              <a:gd name="T2" fmla="*/ 0 h 21600"/>
              <a:gd name="T3" fmla="*/ 21600 w 21600"/>
              <a:gd name="T4" fmla="*/ 21600 h 21600"/>
            </a:gdLst>
            <a:ahLst/>
            <a:cxnLst/>
            <a:rect l="T1" t="T2" r="T3" b="T4"/>
            <a:pathLst>
              <a:path w="21600" h="21600">
                <a:moveTo>
                  <a:pt x="21599" y="0"/>
                </a:moveTo>
                <a:lnTo>
                  <a:pt x="0" y="21596"/>
                </a:lnTo>
              </a:path>
            </a:pathLst>
          </a:custGeom>
          <a:noFill/>
          <a:ln w="9525" cap="flat" cmpd="sng">
            <a:solidFill>
              <a:srgbClr val="5FCAEE"/>
            </a:solidFill>
            <a:prstDash val="solid"/>
            <a:round/>
          </a:ln>
        </p:spPr>
      </p:sp>
      <p:sp>
        <p:nvSpPr>
          <p:cNvPr id="118" name="曲线"/>
          <p:cNvSpPr/>
          <p:nvPr/>
        </p:nvSpPr>
        <p:spPr>
          <a:xfrm>
            <a:off x="9182100" y="0"/>
            <a:ext cx="3009899" cy="6858000"/>
          </a:xfrm>
          <a:custGeom>
            <a:avLst/>
            <a:gdLst>
              <a:gd name="T1" fmla="*/ 0 w 21600"/>
              <a:gd name="T2" fmla="*/ 0 h 21600"/>
              <a:gd name="T3" fmla="*/ 21600 w 21600"/>
              <a:gd name="T4" fmla="*/ 21600 h 21600"/>
            </a:gdLst>
            <a:ahLst/>
            <a:cxnLst/>
            <a:rect l="T1" t="T2" r="T3" b="T4"/>
            <a:pathLst>
              <a:path w="21600" h="21600">
                <a:moveTo>
                  <a:pt x="21599" y="0"/>
                </a:moveTo>
                <a:lnTo>
                  <a:pt x="14671" y="0"/>
                </a:lnTo>
                <a:lnTo>
                  <a:pt x="0" y="21599"/>
                </a:lnTo>
                <a:lnTo>
                  <a:pt x="21599" y="21599"/>
                </a:lnTo>
                <a:lnTo>
                  <a:pt x="21599" y="0"/>
                </a:lnTo>
                <a:close/>
              </a:path>
            </a:pathLst>
          </a:custGeom>
          <a:solidFill>
            <a:srgbClr val="5FCAEE">
              <a:alpha val="36000"/>
            </a:srgbClr>
          </a:solidFill>
          <a:ln cap="flat" cmpd="sng">
            <a:noFill/>
            <a:prstDash val="solid"/>
            <a:miter/>
          </a:ln>
        </p:spPr>
      </p:sp>
      <p:sp>
        <p:nvSpPr>
          <p:cNvPr id="117" name="曲线"/>
          <p:cNvSpPr/>
          <p:nvPr/>
        </p:nvSpPr>
        <p:spPr>
          <a:xfrm>
            <a:off x="9602878" y="0"/>
            <a:ext cx="2589529" cy="6858000"/>
          </a:xfrm>
          <a:custGeom>
            <a:avLst/>
            <a:gdLst>
              <a:gd name="T1" fmla="*/ 0 w 21600"/>
              <a:gd name="T2" fmla="*/ 0 h 21600"/>
              <a:gd name="T3" fmla="*/ 21600 w 21600"/>
              <a:gd name="T4" fmla="*/ 21600 h 21600"/>
            </a:gdLst>
            <a:ahLst/>
            <a:cxnLst/>
            <a:rect l="T1" t="T2" r="T3" b="T4"/>
            <a:pathLst>
              <a:path w="21600" h="21600">
                <a:moveTo>
                  <a:pt x="21596" y="0"/>
                </a:moveTo>
                <a:lnTo>
                  <a:pt x="0" y="0"/>
                </a:lnTo>
                <a:lnTo>
                  <a:pt x="10083" y="21599"/>
                </a:lnTo>
                <a:lnTo>
                  <a:pt x="21596" y="21599"/>
                </a:lnTo>
                <a:lnTo>
                  <a:pt x="21596" y="0"/>
                </a:lnTo>
                <a:close/>
              </a:path>
            </a:pathLst>
          </a:custGeom>
          <a:solidFill>
            <a:srgbClr val="5FCAEE">
              <a:alpha val="20000"/>
            </a:srgbClr>
          </a:solidFill>
          <a:ln cap="flat" cmpd="sng">
            <a:noFill/>
            <a:prstDash val="solid"/>
            <a:miter/>
          </a:ln>
        </p:spPr>
      </p:sp>
      <p:sp>
        <p:nvSpPr>
          <p:cNvPr id="116" name="曲线"/>
          <p:cNvSpPr/>
          <p:nvPr/>
        </p:nvSpPr>
        <p:spPr>
          <a:xfrm>
            <a:off x="8934450" y="3048000"/>
            <a:ext cx="3257550" cy="3810000"/>
          </a:xfrm>
          <a:custGeom>
            <a:avLst/>
            <a:gdLst>
              <a:gd name="T1" fmla="*/ 0 w 21600"/>
              <a:gd name="T2" fmla="*/ 0 h 21600"/>
              <a:gd name="T3" fmla="*/ 21600 w 21600"/>
              <a:gd name="T4" fmla="*/ 21600 h 21600"/>
            </a:gdLst>
            <a:ahLst/>
            <a:cxnLst/>
            <a:rect l="T1" t="T2" r="T3" b="T4"/>
            <a:pathLst>
              <a:path w="21600" h="21600">
                <a:moveTo>
                  <a:pt x="21600" y="0"/>
                </a:moveTo>
                <a:lnTo>
                  <a:pt x="0" y="21600"/>
                </a:lnTo>
                <a:lnTo>
                  <a:pt x="21600" y="21600"/>
                </a:lnTo>
                <a:lnTo>
                  <a:pt x="21600" y="0"/>
                </a:lnTo>
                <a:close/>
              </a:path>
            </a:pathLst>
          </a:custGeom>
          <a:solidFill>
            <a:srgbClr val="17AFE3">
              <a:alpha val="66000"/>
            </a:srgbClr>
          </a:solidFill>
          <a:ln cap="flat" cmpd="sng">
            <a:noFill/>
            <a:prstDash val="solid"/>
            <a:miter/>
          </a:ln>
        </p:spPr>
      </p:sp>
      <p:sp>
        <p:nvSpPr>
          <p:cNvPr id="115" name="曲线"/>
          <p:cNvSpPr/>
          <p:nvPr/>
        </p:nvSpPr>
        <p:spPr>
          <a:xfrm>
            <a:off x="9337930" y="0"/>
            <a:ext cx="2854324" cy="6858000"/>
          </a:xfrm>
          <a:custGeom>
            <a:avLst/>
            <a:gdLst>
              <a:gd name="T1" fmla="*/ 0 w 21600"/>
              <a:gd name="T2" fmla="*/ 0 h 21600"/>
              <a:gd name="T3" fmla="*/ 21600 w 21600"/>
              <a:gd name="T4" fmla="*/ 21600 h 21600"/>
            </a:gdLst>
            <a:ahLst/>
            <a:cxnLst/>
            <a:rect l="T1" t="T2" r="T3" b="T4"/>
            <a:pathLst>
              <a:path w="21600" h="21600">
                <a:moveTo>
                  <a:pt x="21598" y="0"/>
                </a:moveTo>
                <a:lnTo>
                  <a:pt x="0" y="0"/>
                </a:lnTo>
                <a:lnTo>
                  <a:pt x="18691" y="21599"/>
                </a:lnTo>
                <a:lnTo>
                  <a:pt x="21598" y="21599"/>
                </a:lnTo>
                <a:lnTo>
                  <a:pt x="21598" y="0"/>
                </a:lnTo>
                <a:close/>
              </a:path>
            </a:pathLst>
          </a:custGeom>
          <a:solidFill>
            <a:srgbClr val="17AFE3">
              <a:alpha val="50000"/>
            </a:srgbClr>
          </a:solidFill>
          <a:ln cap="flat" cmpd="sng">
            <a:noFill/>
            <a:prstDash val="solid"/>
            <a:miter/>
          </a:ln>
        </p:spPr>
      </p:sp>
      <p:sp>
        <p:nvSpPr>
          <p:cNvPr id="114" name="曲线"/>
          <p:cNvSpPr/>
          <p:nvPr/>
        </p:nvSpPr>
        <p:spPr>
          <a:xfrm>
            <a:off x="10896601" y="0"/>
            <a:ext cx="1295400" cy="6858000"/>
          </a:xfrm>
          <a:custGeom>
            <a:avLst/>
            <a:gdLst>
              <a:gd name="T1" fmla="*/ 0 w 21600"/>
              <a:gd name="T2" fmla="*/ 0 h 21600"/>
              <a:gd name="T3" fmla="*/ 21600 w 21600"/>
              <a:gd name="T4" fmla="*/ 21600 h 21600"/>
            </a:gdLst>
            <a:ahLst/>
            <a:cxnLst/>
            <a:rect l="T1" t="T2" r="T3" b="T4"/>
            <a:pathLst>
              <a:path w="21600" h="21600">
                <a:moveTo>
                  <a:pt x="21599" y="0"/>
                </a:moveTo>
                <a:lnTo>
                  <a:pt x="17048" y="0"/>
                </a:lnTo>
                <a:lnTo>
                  <a:pt x="0" y="21599"/>
                </a:lnTo>
                <a:lnTo>
                  <a:pt x="21599" y="21599"/>
                </a:lnTo>
                <a:lnTo>
                  <a:pt x="21599" y="0"/>
                </a:lnTo>
                <a:close/>
              </a:path>
            </a:pathLst>
          </a:custGeom>
          <a:solidFill>
            <a:srgbClr val="2D83C3">
              <a:alpha val="70000"/>
            </a:srgbClr>
          </a:solidFill>
          <a:ln cap="flat" cmpd="sng">
            <a:noFill/>
            <a:prstDash val="solid"/>
            <a:miter/>
          </a:ln>
        </p:spPr>
      </p:sp>
      <p:sp>
        <p:nvSpPr>
          <p:cNvPr id="113" name="曲线"/>
          <p:cNvSpPr/>
          <p:nvPr/>
        </p:nvSpPr>
        <p:spPr>
          <a:xfrm>
            <a:off x="10936247" y="0"/>
            <a:ext cx="1256029" cy="6858000"/>
          </a:xfrm>
          <a:custGeom>
            <a:avLst/>
            <a:gdLst>
              <a:gd name="T1" fmla="*/ 0 w 21600"/>
              <a:gd name="T2" fmla="*/ 0 h 21600"/>
              <a:gd name="T3" fmla="*/ 21600 w 21600"/>
              <a:gd name="T4" fmla="*/ 21600 h 21600"/>
            </a:gdLst>
            <a:ahLst/>
            <a:cxnLst/>
            <a:rect l="T1" t="T2" r="T3" b="T4"/>
            <a:pathLst>
              <a:path w="21600" h="21600">
                <a:moveTo>
                  <a:pt x="21595" y="0"/>
                </a:moveTo>
                <a:lnTo>
                  <a:pt x="0" y="0"/>
                </a:lnTo>
                <a:lnTo>
                  <a:pt x="19166" y="21599"/>
                </a:lnTo>
                <a:lnTo>
                  <a:pt x="21595" y="21599"/>
                </a:lnTo>
                <a:lnTo>
                  <a:pt x="21595" y="0"/>
                </a:lnTo>
                <a:close/>
              </a:path>
            </a:pathLst>
          </a:custGeom>
          <a:solidFill>
            <a:srgbClr val="226192">
              <a:alpha val="80000"/>
            </a:srgbClr>
          </a:solidFill>
          <a:ln cap="flat" cmpd="sng">
            <a:noFill/>
            <a:prstDash val="solid"/>
            <a:miter/>
          </a:ln>
        </p:spPr>
      </p:sp>
      <p:sp>
        <p:nvSpPr>
          <p:cNvPr id="112" name="曲线"/>
          <p:cNvSpPr/>
          <p:nvPr/>
        </p:nvSpPr>
        <p:spPr>
          <a:xfrm>
            <a:off x="10372725" y="3590925"/>
            <a:ext cx="1819275" cy="3267075"/>
          </a:xfrm>
          <a:custGeom>
            <a:avLst/>
            <a:gdLst>
              <a:gd name="T1" fmla="*/ 0 w 21600"/>
              <a:gd name="T2" fmla="*/ 0 h 21600"/>
              <a:gd name="T3" fmla="*/ 21600 w 21600"/>
              <a:gd name="T4" fmla="*/ 21600 h 21600"/>
            </a:gdLst>
            <a:ahLst/>
            <a:cxnLst/>
            <a:rect l="T1" t="T2" r="T3" b="T4"/>
            <a:pathLst>
              <a:path w="21600" h="21600">
                <a:moveTo>
                  <a:pt x="21600" y="0"/>
                </a:moveTo>
                <a:lnTo>
                  <a:pt x="0" y="21600"/>
                </a:lnTo>
                <a:lnTo>
                  <a:pt x="21600" y="21600"/>
                </a:lnTo>
                <a:lnTo>
                  <a:pt x="21600" y="0"/>
                </a:lnTo>
                <a:close/>
              </a:path>
            </a:pathLst>
          </a:custGeom>
          <a:solidFill>
            <a:srgbClr val="17AFE3">
              <a:alpha val="66000"/>
            </a:srgbClr>
          </a:solidFill>
          <a:ln cap="flat" cmpd="sng">
            <a:noFill/>
            <a:prstDash val="solid"/>
            <a:miter/>
          </a:ln>
        </p:spPr>
      </p:sp>
      <p:sp>
        <p:nvSpPr>
          <p:cNvPr id="111" name="曲线"/>
          <p:cNvSpPr/>
          <p:nvPr/>
        </p:nvSpPr>
        <p:spPr>
          <a:xfrm>
            <a:off x="0" y="4010025"/>
            <a:ext cx="447674" cy="2847975"/>
          </a:xfrm>
          <a:custGeom>
            <a:avLst/>
            <a:gdLst>
              <a:gd name="T1" fmla="*/ 0 w 21600"/>
              <a:gd name="T2" fmla="*/ 0 h 21600"/>
              <a:gd name="T3" fmla="*/ 21600 w 21600"/>
              <a:gd name="T4" fmla="*/ 21600 h 21600"/>
            </a:gdLst>
            <a:ahLst/>
            <a:cxnLst/>
            <a:rect l="T1" t="T2" r="T3" b="T4"/>
            <a:pathLst>
              <a:path w="21600" h="21600">
                <a:moveTo>
                  <a:pt x="0" y="0"/>
                </a:moveTo>
                <a:lnTo>
                  <a:pt x="0" y="21600"/>
                </a:lnTo>
                <a:lnTo>
                  <a:pt x="21600" y="21600"/>
                </a:lnTo>
                <a:lnTo>
                  <a:pt x="0" y="0"/>
                </a:lnTo>
                <a:close/>
              </a:path>
            </a:pathLst>
          </a:custGeom>
          <a:solidFill>
            <a:srgbClr val="5FCAEE">
              <a:alpha val="70000"/>
            </a:srgbClr>
          </a:solidFill>
          <a:ln cap="flat" cmpd="sng">
            <a:noFill/>
            <a:prstDash val="solid"/>
            <a:miter/>
          </a:ln>
        </p:spPr>
      </p:sp>
      <p:sp>
        <p:nvSpPr>
          <p:cNvPr id="106" name="文本框"/>
          <p:cNvSpPr>
            <a:spLocks noGrp="1"/>
          </p:cNvSpPr>
          <p:nvPr>
            <p:ph type="title"/>
          </p:nvPr>
        </p:nvSpPr>
        <p:spPr>
          <a:xfrm>
            <a:off x="755332" y="385444"/>
            <a:ext cx="10681335" cy="758190"/>
          </a:xfrm>
          <a:prstGeom prst="rect">
            <a:avLst/>
          </a:prstGeom>
          <a:noFill/>
          <a:ln w="12700" cap="flat" cmpd="sng">
            <a:noFill/>
            <a:prstDash val="solid"/>
            <a:miter/>
          </a:ln>
        </p:spPr>
        <p:txBody>
          <a:bodyPr vert="horz" wrap="square" lIns="0" tIns="0" rIns="0" bIns="0" anchor="t" anchorCtr="0">
            <a:spAutoFit/>
          </a:bodyPr>
          <a:lstStyle/>
          <a:p>
            <a:endParaRPr lang="zh-CN" altLang="en-US" sz="4800" b="1" i="0">
              <a:solidFill>
                <a:schemeClr val="tx1"/>
              </a:solidFill>
              <a:latin typeface="Trebuchet MS" panose="020B0603020202020204" charset="0"/>
              <a:cs typeface="Trebuchet MS" panose="020B0603020202020204" charset="0"/>
            </a:endParaRPr>
          </a:p>
        </p:txBody>
      </p:sp>
      <p:sp>
        <p:nvSpPr>
          <p:cNvPr id="107" name="文本框"/>
          <p:cNvSpPr>
            <a:spLocks noGrp="1"/>
          </p:cNvSpPr>
          <p:nvPr>
            <p:ph type="body" idx="1"/>
          </p:nvPr>
        </p:nvSpPr>
        <p:spPr>
          <a:xfrm>
            <a:off x="609600" y="1577340"/>
            <a:ext cx="10972800" cy="4526279"/>
          </a:xfrm>
          <a:prstGeom prst="rect">
            <a:avLst/>
          </a:prstGeom>
          <a:noFill/>
          <a:ln w="12700" cap="flat" cmpd="sng">
            <a:noFill/>
            <a:prstDash val="solid"/>
            <a:miter/>
          </a:ln>
        </p:spPr>
        <p:txBody>
          <a:bodyPr vert="horz" wrap="square" lIns="0" tIns="0" rIns="0" bIns="0" anchor="t" anchorCtr="0">
            <a:spAutoFit/>
          </a:bodyPr>
          <a:lstStyle/>
          <a:p>
            <a:endParaRPr lang="zh-CN" altLang="en-US"/>
          </a:p>
        </p:txBody>
      </p:sp>
      <p:sp>
        <p:nvSpPr>
          <p:cNvPr id="108" name="文本框"/>
          <p:cNvSpPr>
            <a:spLocks noGrp="1"/>
          </p:cNvSpPr>
          <p:nvPr>
            <p:ph type="ftr" idx="5"/>
          </p:nvPr>
        </p:nvSpPr>
        <p:spPr>
          <a:xfrm>
            <a:off x="4145279" y="6377940"/>
            <a:ext cx="3901440" cy="342900"/>
          </a:xfrm>
          <a:prstGeom prst="rect">
            <a:avLst/>
          </a:prstGeom>
          <a:noFill/>
          <a:ln cap="flat" cmpd="sng">
            <a:noFill/>
            <a:prstDash val="solid"/>
            <a:miter/>
          </a:ln>
        </p:spPr>
        <p:txBody>
          <a:bodyPr vert="horz" wrap="square" lIns="0" tIns="0" rIns="0" bIns="0" anchor="t" anchorCtr="0">
            <a:spAutoFit/>
          </a:bodyPr>
          <a:lstStyle/>
          <a:p>
            <a:pPr algn="ctr"/>
            <a:endParaRPr lang="zh-CN" altLang="en-US">
              <a:solidFill>
                <a:srgbClr val="898989"/>
              </a:solidFill>
              <a:latin typeface="Calibri" panose="020F0502020204030204" charset="0"/>
              <a:ea typeface="SimSun" panose="02010600030101010101" pitchFamily="2" charset="-122"/>
              <a:cs typeface="Calibri" panose="020F0502020204030204" charset="0"/>
            </a:endParaRPr>
          </a:p>
        </p:txBody>
      </p:sp>
      <p:sp>
        <p:nvSpPr>
          <p:cNvPr id="109" name="文本框"/>
          <p:cNvSpPr>
            <a:spLocks noGrp="1"/>
          </p:cNvSpPr>
          <p:nvPr>
            <p:ph type="dt" idx="6"/>
          </p:nvPr>
        </p:nvSpPr>
        <p:spPr>
          <a:xfrm>
            <a:off x="609600" y="6377940"/>
            <a:ext cx="2804160" cy="342900"/>
          </a:xfrm>
          <a:prstGeom prst="rect">
            <a:avLst/>
          </a:prstGeom>
          <a:noFill/>
          <a:ln cap="flat" cmpd="sng">
            <a:noFill/>
            <a:prstDash val="solid"/>
            <a:miter/>
          </a:ln>
        </p:spPr>
        <p:txBody>
          <a:bodyPr vert="horz" wrap="square" lIns="0" tIns="0" rIns="0" bIns="0" anchor="t" anchorCtr="0">
            <a:spAutoFit/>
          </a:bodyPr>
          <a:lstStyle/>
          <a:p>
            <a:pPr algn="l"/>
            <a:endParaRPr lang="zh-CN" altLang="en-US">
              <a:solidFill>
                <a:srgbClr val="898989"/>
              </a:solidFill>
              <a:latin typeface="Calibri" panose="020F0502020204030204" charset="0"/>
              <a:ea typeface="SimSun" panose="02010600030101010101" pitchFamily="2" charset="-122"/>
              <a:cs typeface="Calibri" panose="020F0502020204030204" charset="0"/>
            </a:endParaRPr>
          </a:p>
        </p:txBody>
      </p:sp>
      <p:sp>
        <p:nvSpPr>
          <p:cNvPr id="110" name="文本框"/>
          <p:cNvSpPr>
            <a:spLocks noGrp="1"/>
          </p:cNvSpPr>
          <p:nvPr>
            <p:ph type="sldNum" idx="7"/>
          </p:nvPr>
        </p:nvSpPr>
        <p:spPr>
          <a:xfrm>
            <a:off x="11353418" y="6473336"/>
            <a:ext cx="151129" cy="191770"/>
          </a:xfrm>
          <a:prstGeom prst="rect">
            <a:avLst/>
          </a:prstGeom>
          <a:noFill/>
          <a:ln cap="flat" cmpd="sng">
            <a:noFill/>
            <a:prstDash val="solid"/>
            <a:miter/>
          </a:ln>
        </p:spPr>
        <p:txBody>
          <a:bodyPr vert="horz" wrap="square" lIns="0" tIns="0" rIns="0" bIns="0" anchor="t" anchorCtr="0">
            <a:spAutoFit/>
          </a:bodyPr>
          <a:lstStyle/>
          <a:p>
            <a:pPr marL="38100" indent="0">
              <a:lnSpc>
                <a:spcPct val="100000"/>
              </a:lnSpc>
              <a:spcBef>
                <a:spcPts val="55"/>
              </a:spcBef>
            </a:pPr>
            <a:fld id="{CAD2D6BD-DE1B-4B5F-8B41-2702339687B9}" type="slidenum">
              <a:rPr lang="en-US" altLang="zh-CN" sz="1100" b="0" i="0" u="none" strike="noStrike" kern="1200" cap="none" spc="10" baseline="0">
                <a:solidFill>
                  <a:srgbClr val="2D936B"/>
                </a:solidFill>
                <a:latin typeface="Trebuchet MS" panose="020B0603020202020204" charset="0"/>
                <a:ea typeface="SimSun" panose="02010600030101010101" pitchFamily="2" charset="-122"/>
                <a:cs typeface="Trebuchet MS" panose="020B0603020202020204" charset="0"/>
              </a:rPr>
            </a:fld>
            <a:endParaRPr lang="zh-CN" altLang="en-US" sz="1100" b="0" i="0" spc="10">
              <a:solidFill>
                <a:srgbClr val="2D936B"/>
              </a:solidFill>
              <a:latin typeface="Trebuchet MS" panose="020B0603020202020204" charset="0"/>
              <a:ea typeface="SimSun" panose="02010600030101010101" pitchFamily="2" charset="-122"/>
              <a:cs typeface="Trebuchet MS" panose="020B0603020202020204"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曲线"/>
          <p:cNvSpPr/>
          <p:nvPr/>
        </p:nvSpPr>
        <p:spPr>
          <a:xfrm>
            <a:off x="9377426" y="4825"/>
            <a:ext cx="1218564" cy="6853554"/>
          </a:xfrm>
          <a:custGeom>
            <a:avLst/>
            <a:gdLst>
              <a:gd name="T1" fmla="*/ 0 w 21600"/>
              <a:gd name="T2" fmla="*/ 0 h 21600"/>
              <a:gd name="T3" fmla="*/ 21600 w 21600"/>
              <a:gd name="T4" fmla="*/ 21600 h 21600"/>
            </a:gdLst>
            <a:ahLst/>
            <a:cxnLst/>
            <a:rect l="T1" t="T2" r="T3" b="T4"/>
            <a:pathLst>
              <a:path w="21600" h="21600">
                <a:moveTo>
                  <a:pt x="0" y="0"/>
                </a:moveTo>
                <a:lnTo>
                  <a:pt x="21596" y="21598"/>
                </a:lnTo>
              </a:path>
            </a:pathLst>
          </a:custGeom>
          <a:noFill/>
          <a:ln w="9525" cap="flat" cmpd="sng">
            <a:solidFill>
              <a:srgbClr val="5FCAEE"/>
            </a:solidFill>
            <a:prstDash val="solid"/>
            <a:round/>
          </a:ln>
        </p:spPr>
      </p:sp>
      <p:sp>
        <p:nvSpPr>
          <p:cNvPr id="3" name="曲线"/>
          <p:cNvSpPr/>
          <p:nvPr/>
        </p:nvSpPr>
        <p:spPr>
          <a:xfrm>
            <a:off x="7448612" y="3694896"/>
            <a:ext cx="4743450" cy="3163570"/>
          </a:xfrm>
          <a:custGeom>
            <a:avLst/>
            <a:gdLst>
              <a:gd name="T1" fmla="*/ 0 w 21600"/>
              <a:gd name="T2" fmla="*/ 0 h 21600"/>
              <a:gd name="T3" fmla="*/ 21600 w 21600"/>
              <a:gd name="T4" fmla="*/ 21600 h 21600"/>
            </a:gdLst>
            <a:ahLst/>
            <a:cxnLst/>
            <a:rect l="T1" t="T2" r="T3" b="T4"/>
            <a:pathLst>
              <a:path w="21600" h="21600">
                <a:moveTo>
                  <a:pt x="21599" y="0"/>
                </a:moveTo>
                <a:lnTo>
                  <a:pt x="0" y="21596"/>
                </a:lnTo>
              </a:path>
            </a:pathLst>
          </a:custGeom>
          <a:noFill/>
          <a:ln w="9525" cap="flat" cmpd="sng">
            <a:solidFill>
              <a:srgbClr val="5FCAEE"/>
            </a:solidFill>
            <a:prstDash val="solid"/>
            <a:round/>
          </a:ln>
        </p:spPr>
      </p:sp>
      <p:sp>
        <p:nvSpPr>
          <p:cNvPr id="4" name="曲线"/>
          <p:cNvSpPr/>
          <p:nvPr/>
        </p:nvSpPr>
        <p:spPr>
          <a:xfrm>
            <a:off x="9182100" y="0"/>
            <a:ext cx="3009899" cy="6858000"/>
          </a:xfrm>
          <a:custGeom>
            <a:avLst/>
            <a:gdLst>
              <a:gd name="T1" fmla="*/ 0 w 21600"/>
              <a:gd name="T2" fmla="*/ 0 h 21600"/>
              <a:gd name="T3" fmla="*/ 21600 w 21600"/>
              <a:gd name="T4" fmla="*/ 21600 h 21600"/>
            </a:gdLst>
            <a:ahLst/>
            <a:cxnLst/>
            <a:rect l="T1" t="T2" r="T3" b="T4"/>
            <a:pathLst>
              <a:path w="21600" h="21600">
                <a:moveTo>
                  <a:pt x="21599" y="0"/>
                </a:moveTo>
                <a:lnTo>
                  <a:pt x="14671" y="0"/>
                </a:lnTo>
                <a:lnTo>
                  <a:pt x="0" y="21599"/>
                </a:lnTo>
                <a:lnTo>
                  <a:pt x="21599" y="21599"/>
                </a:lnTo>
                <a:lnTo>
                  <a:pt x="21599" y="0"/>
                </a:lnTo>
                <a:close/>
              </a:path>
            </a:pathLst>
          </a:custGeom>
          <a:solidFill>
            <a:srgbClr val="5FCAEE">
              <a:alpha val="36000"/>
            </a:srgbClr>
          </a:solidFill>
          <a:ln cap="flat" cmpd="sng">
            <a:noFill/>
            <a:prstDash val="solid"/>
            <a:miter/>
          </a:ln>
        </p:spPr>
      </p:sp>
      <p:sp>
        <p:nvSpPr>
          <p:cNvPr id="5" name="曲线"/>
          <p:cNvSpPr/>
          <p:nvPr/>
        </p:nvSpPr>
        <p:spPr>
          <a:xfrm>
            <a:off x="9602878" y="0"/>
            <a:ext cx="2589529" cy="6858000"/>
          </a:xfrm>
          <a:custGeom>
            <a:avLst/>
            <a:gdLst>
              <a:gd name="T1" fmla="*/ 0 w 21600"/>
              <a:gd name="T2" fmla="*/ 0 h 21600"/>
              <a:gd name="T3" fmla="*/ 21600 w 21600"/>
              <a:gd name="T4" fmla="*/ 21600 h 21600"/>
            </a:gdLst>
            <a:ahLst/>
            <a:cxnLst/>
            <a:rect l="T1" t="T2" r="T3" b="T4"/>
            <a:pathLst>
              <a:path w="21600" h="21600">
                <a:moveTo>
                  <a:pt x="21596" y="0"/>
                </a:moveTo>
                <a:lnTo>
                  <a:pt x="0" y="0"/>
                </a:lnTo>
                <a:lnTo>
                  <a:pt x="10083" y="21599"/>
                </a:lnTo>
                <a:lnTo>
                  <a:pt x="21596" y="21599"/>
                </a:lnTo>
                <a:lnTo>
                  <a:pt x="21596" y="0"/>
                </a:lnTo>
                <a:close/>
              </a:path>
            </a:pathLst>
          </a:custGeom>
          <a:solidFill>
            <a:srgbClr val="5FCAEE">
              <a:alpha val="20000"/>
            </a:srgbClr>
          </a:solidFill>
          <a:ln cap="flat" cmpd="sng">
            <a:noFill/>
            <a:prstDash val="solid"/>
            <a:miter/>
          </a:ln>
        </p:spPr>
      </p:sp>
      <p:sp>
        <p:nvSpPr>
          <p:cNvPr id="6" name="曲线"/>
          <p:cNvSpPr/>
          <p:nvPr/>
        </p:nvSpPr>
        <p:spPr>
          <a:xfrm>
            <a:off x="8934450" y="3048000"/>
            <a:ext cx="3257550" cy="3810000"/>
          </a:xfrm>
          <a:custGeom>
            <a:avLst/>
            <a:gdLst>
              <a:gd name="T1" fmla="*/ 0 w 21600"/>
              <a:gd name="T2" fmla="*/ 0 h 21600"/>
              <a:gd name="T3" fmla="*/ 21600 w 21600"/>
              <a:gd name="T4" fmla="*/ 21600 h 21600"/>
            </a:gdLst>
            <a:ahLst/>
            <a:cxnLst/>
            <a:rect l="T1" t="T2" r="T3" b="T4"/>
            <a:pathLst>
              <a:path w="21600" h="21600">
                <a:moveTo>
                  <a:pt x="21600" y="0"/>
                </a:moveTo>
                <a:lnTo>
                  <a:pt x="0" y="21600"/>
                </a:lnTo>
                <a:lnTo>
                  <a:pt x="21600" y="21600"/>
                </a:lnTo>
                <a:lnTo>
                  <a:pt x="21600" y="0"/>
                </a:lnTo>
                <a:close/>
              </a:path>
            </a:pathLst>
          </a:custGeom>
          <a:solidFill>
            <a:srgbClr val="17AFE3">
              <a:alpha val="66000"/>
            </a:srgbClr>
          </a:solidFill>
          <a:ln cap="flat" cmpd="sng">
            <a:noFill/>
            <a:prstDash val="solid"/>
            <a:miter/>
          </a:ln>
        </p:spPr>
      </p:sp>
      <p:sp>
        <p:nvSpPr>
          <p:cNvPr id="7" name="曲线"/>
          <p:cNvSpPr/>
          <p:nvPr/>
        </p:nvSpPr>
        <p:spPr>
          <a:xfrm>
            <a:off x="9337930" y="0"/>
            <a:ext cx="2854324" cy="6858000"/>
          </a:xfrm>
          <a:custGeom>
            <a:avLst/>
            <a:gdLst>
              <a:gd name="T1" fmla="*/ 0 w 21600"/>
              <a:gd name="T2" fmla="*/ 0 h 21600"/>
              <a:gd name="T3" fmla="*/ 21600 w 21600"/>
              <a:gd name="T4" fmla="*/ 21600 h 21600"/>
            </a:gdLst>
            <a:ahLst/>
            <a:cxnLst/>
            <a:rect l="T1" t="T2" r="T3" b="T4"/>
            <a:pathLst>
              <a:path w="21600" h="21600">
                <a:moveTo>
                  <a:pt x="21598" y="0"/>
                </a:moveTo>
                <a:lnTo>
                  <a:pt x="0" y="0"/>
                </a:lnTo>
                <a:lnTo>
                  <a:pt x="18691" y="21599"/>
                </a:lnTo>
                <a:lnTo>
                  <a:pt x="21598" y="21599"/>
                </a:lnTo>
                <a:lnTo>
                  <a:pt x="21598" y="0"/>
                </a:lnTo>
                <a:close/>
              </a:path>
            </a:pathLst>
          </a:custGeom>
          <a:solidFill>
            <a:srgbClr val="17AFE3">
              <a:alpha val="50000"/>
            </a:srgbClr>
          </a:solidFill>
          <a:ln cap="flat" cmpd="sng">
            <a:noFill/>
            <a:prstDash val="solid"/>
            <a:miter/>
          </a:ln>
        </p:spPr>
      </p:sp>
      <p:sp>
        <p:nvSpPr>
          <p:cNvPr id="8" name="曲线"/>
          <p:cNvSpPr/>
          <p:nvPr/>
        </p:nvSpPr>
        <p:spPr>
          <a:xfrm>
            <a:off x="10896601" y="0"/>
            <a:ext cx="1295400" cy="6858000"/>
          </a:xfrm>
          <a:custGeom>
            <a:avLst/>
            <a:gdLst>
              <a:gd name="T1" fmla="*/ 0 w 21600"/>
              <a:gd name="T2" fmla="*/ 0 h 21600"/>
              <a:gd name="T3" fmla="*/ 21600 w 21600"/>
              <a:gd name="T4" fmla="*/ 21600 h 21600"/>
            </a:gdLst>
            <a:ahLst/>
            <a:cxnLst/>
            <a:rect l="T1" t="T2" r="T3" b="T4"/>
            <a:pathLst>
              <a:path w="21600" h="21600">
                <a:moveTo>
                  <a:pt x="21599" y="0"/>
                </a:moveTo>
                <a:lnTo>
                  <a:pt x="17048" y="0"/>
                </a:lnTo>
                <a:lnTo>
                  <a:pt x="0" y="21599"/>
                </a:lnTo>
                <a:lnTo>
                  <a:pt x="21599" y="21599"/>
                </a:lnTo>
                <a:lnTo>
                  <a:pt x="21599" y="0"/>
                </a:lnTo>
                <a:close/>
              </a:path>
            </a:pathLst>
          </a:custGeom>
          <a:solidFill>
            <a:srgbClr val="2D83C3">
              <a:alpha val="70000"/>
            </a:srgbClr>
          </a:solidFill>
          <a:ln cap="flat" cmpd="sng">
            <a:noFill/>
            <a:prstDash val="solid"/>
            <a:miter/>
          </a:ln>
        </p:spPr>
      </p:sp>
      <p:sp>
        <p:nvSpPr>
          <p:cNvPr id="9" name="曲线"/>
          <p:cNvSpPr/>
          <p:nvPr/>
        </p:nvSpPr>
        <p:spPr>
          <a:xfrm>
            <a:off x="10936247" y="0"/>
            <a:ext cx="1256029" cy="6858000"/>
          </a:xfrm>
          <a:custGeom>
            <a:avLst/>
            <a:gdLst>
              <a:gd name="T1" fmla="*/ 0 w 21600"/>
              <a:gd name="T2" fmla="*/ 0 h 21600"/>
              <a:gd name="T3" fmla="*/ 21600 w 21600"/>
              <a:gd name="T4" fmla="*/ 21600 h 21600"/>
            </a:gdLst>
            <a:ahLst/>
            <a:cxnLst/>
            <a:rect l="T1" t="T2" r="T3" b="T4"/>
            <a:pathLst>
              <a:path w="21600" h="21600">
                <a:moveTo>
                  <a:pt x="21595" y="0"/>
                </a:moveTo>
                <a:lnTo>
                  <a:pt x="0" y="0"/>
                </a:lnTo>
                <a:lnTo>
                  <a:pt x="19166" y="21599"/>
                </a:lnTo>
                <a:lnTo>
                  <a:pt x="21595" y="21599"/>
                </a:lnTo>
                <a:lnTo>
                  <a:pt x="21595" y="0"/>
                </a:lnTo>
                <a:close/>
              </a:path>
            </a:pathLst>
          </a:custGeom>
          <a:solidFill>
            <a:srgbClr val="226192">
              <a:alpha val="80000"/>
            </a:srgbClr>
          </a:solidFill>
          <a:ln cap="flat" cmpd="sng">
            <a:noFill/>
            <a:prstDash val="solid"/>
            <a:miter/>
          </a:ln>
        </p:spPr>
      </p:sp>
      <p:sp>
        <p:nvSpPr>
          <p:cNvPr id="10" name="曲线"/>
          <p:cNvSpPr/>
          <p:nvPr/>
        </p:nvSpPr>
        <p:spPr>
          <a:xfrm>
            <a:off x="10372725" y="3590925"/>
            <a:ext cx="1819275" cy="3267075"/>
          </a:xfrm>
          <a:custGeom>
            <a:avLst/>
            <a:gdLst>
              <a:gd name="T1" fmla="*/ 0 w 21600"/>
              <a:gd name="T2" fmla="*/ 0 h 21600"/>
              <a:gd name="T3" fmla="*/ 21600 w 21600"/>
              <a:gd name="T4" fmla="*/ 21600 h 21600"/>
            </a:gdLst>
            <a:ahLst/>
            <a:cxnLst/>
            <a:rect l="T1" t="T2" r="T3" b="T4"/>
            <a:pathLst>
              <a:path w="21600" h="21600">
                <a:moveTo>
                  <a:pt x="21600" y="0"/>
                </a:moveTo>
                <a:lnTo>
                  <a:pt x="0" y="21600"/>
                </a:lnTo>
                <a:lnTo>
                  <a:pt x="21600" y="21600"/>
                </a:lnTo>
                <a:lnTo>
                  <a:pt x="21600" y="0"/>
                </a:lnTo>
                <a:close/>
              </a:path>
            </a:pathLst>
          </a:custGeom>
          <a:solidFill>
            <a:srgbClr val="17AFE3">
              <a:alpha val="66000"/>
            </a:srgbClr>
          </a:solidFill>
          <a:ln cap="flat" cmpd="sng">
            <a:noFill/>
            <a:prstDash val="solid"/>
            <a:miter/>
          </a:ln>
        </p:spPr>
      </p:sp>
      <p:sp>
        <p:nvSpPr>
          <p:cNvPr id="11" name="曲线"/>
          <p:cNvSpPr/>
          <p:nvPr/>
        </p:nvSpPr>
        <p:spPr>
          <a:xfrm>
            <a:off x="0" y="4010025"/>
            <a:ext cx="447674" cy="2847975"/>
          </a:xfrm>
          <a:custGeom>
            <a:avLst/>
            <a:gdLst>
              <a:gd name="T1" fmla="*/ 0 w 21600"/>
              <a:gd name="T2" fmla="*/ 0 h 21600"/>
              <a:gd name="T3" fmla="*/ 21600 w 21600"/>
              <a:gd name="T4" fmla="*/ 21600 h 21600"/>
            </a:gdLst>
            <a:ahLst/>
            <a:cxnLst/>
            <a:rect l="T1" t="T2" r="T3" b="T4"/>
            <a:pathLst>
              <a:path w="21600" h="21600">
                <a:moveTo>
                  <a:pt x="0" y="0"/>
                </a:moveTo>
                <a:lnTo>
                  <a:pt x="0" y="21600"/>
                </a:lnTo>
                <a:lnTo>
                  <a:pt x="21600" y="21600"/>
                </a:lnTo>
                <a:lnTo>
                  <a:pt x="0" y="0"/>
                </a:lnTo>
                <a:close/>
              </a:path>
            </a:pathLst>
          </a:custGeom>
          <a:solidFill>
            <a:srgbClr val="5FCAEE">
              <a:alpha val="70000"/>
            </a:srgbClr>
          </a:solidFill>
          <a:ln cap="flat" cmpd="sng">
            <a:noFill/>
            <a:prstDash val="solid"/>
            <a:miter/>
          </a:ln>
        </p:spPr>
      </p:sp>
      <p:sp>
        <p:nvSpPr>
          <p:cNvPr id="12" name="文本框"/>
          <p:cNvSpPr>
            <a:spLocks noGrp="1"/>
          </p:cNvSpPr>
          <p:nvPr>
            <p:ph type="title"/>
          </p:nvPr>
        </p:nvSpPr>
        <p:spPr>
          <a:xfrm>
            <a:off x="755332" y="385444"/>
            <a:ext cx="10681335" cy="758190"/>
          </a:xfrm>
          <a:prstGeom prst="rect">
            <a:avLst/>
          </a:prstGeom>
          <a:noFill/>
          <a:ln w="12700" cap="flat" cmpd="sng">
            <a:noFill/>
            <a:prstDash val="solid"/>
            <a:miter/>
          </a:ln>
        </p:spPr>
        <p:txBody>
          <a:bodyPr vert="horz" wrap="square" lIns="0" tIns="0" rIns="0" bIns="0" anchor="t" anchorCtr="0">
            <a:spAutoFit/>
          </a:bodyPr>
          <a:lstStyle/>
          <a:p>
            <a:endParaRPr lang="zh-CN" altLang="en-US" sz="4800" b="1" i="0">
              <a:solidFill>
                <a:schemeClr val="tx1"/>
              </a:solidFill>
              <a:latin typeface="Trebuchet MS" panose="020B0603020202020204" charset="0"/>
              <a:cs typeface="Trebuchet MS" panose="020B0603020202020204" charset="0"/>
            </a:endParaRPr>
          </a:p>
        </p:txBody>
      </p:sp>
      <p:sp>
        <p:nvSpPr>
          <p:cNvPr id="13" name="文本框"/>
          <p:cNvSpPr>
            <a:spLocks noGrp="1"/>
          </p:cNvSpPr>
          <p:nvPr>
            <p:ph type="body" idx="1"/>
          </p:nvPr>
        </p:nvSpPr>
        <p:spPr>
          <a:xfrm>
            <a:off x="609600" y="1577340"/>
            <a:ext cx="10972800" cy="4526279"/>
          </a:xfrm>
          <a:prstGeom prst="rect">
            <a:avLst/>
          </a:prstGeom>
          <a:noFill/>
          <a:ln w="12700" cap="flat" cmpd="sng">
            <a:noFill/>
            <a:prstDash val="solid"/>
            <a:miter/>
          </a:ln>
        </p:spPr>
        <p:txBody>
          <a:bodyPr vert="horz" wrap="square" lIns="0" tIns="0" rIns="0" bIns="0" anchor="t" anchorCtr="0">
            <a:spAutoFit/>
          </a:bodyPr>
          <a:lstStyle/>
          <a:p>
            <a:endParaRPr lang="zh-CN" altLang="en-US"/>
          </a:p>
        </p:txBody>
      </p:sp>
      <p:sp>
        <p:nvSpPr>
          <p:cNvPr id="14" name="文本框"/>
          <p:cNvSpPr>
            <a:spLocks noGrp="1"/>
          </p:cNvSpPr>
          <p:nvPr>
            <p:ph type="ftr" idx="5"/>
          </p:nvPr>
        </p:nvSpPr>
        <p:spPr>
          <a:xfrm>
            <a:off x="4145279" y="6377940"/>
            <a:ext cx="3901440" cy="342900"/>
          </a:xfrm>
          <a:prstGeom prst="rect">
            <a:avLst/>
          </a:prstGeom>
          <a:noFill/>
          <a:ln w="12700" cap="flat" cmpd="sng">
            <a:noFill/>
            <a:prstDash val="solid"/>
            <a:miter/>
          </a:ln>
        </p:spPr>
        <p:txBody>
          <a:bodyPr vert="horz" wrap="square" lIns="0" tIns="0" rIns="0" bIns="0" anchor="t" anchorCtr="0">
            <a:spAutoFit/>
          </a:bodyPr>
          <a:lstStyle/>
          <a:p>
            <a:pPr algn="ctr"/>
            <a:endParaRPr lang="zh-CN" altLang="en-US">
              <a:solidFill>
                <a:srgbClr val="898989"/>
              </a:solidFill>
              <a:latin typeface="Calibri" panose="020F0502020204030204" charset="0"/>
              <a:ea typeface="SimSun" panose="02010600030101010101" pitchFamily="2" charset="-122"/>
              <a:cs typeface="Calibri" panose="020F0502020204030204" charset="0"/>
            </a:endParaRPr>
          </a:p>
        </p:txBody>
      </p:sp>
      <p:sp>
        <p:nvSpPr>
          <p:cNvPr id="15" name="文本框"/>
          <p:cNvSpPr>
            <a:spLocks noGrp="1"/>
          </p:cNvSpPr>
          <p:nvPr>
            <p:ph type="dt" idx="6"/>
          </p:nvPr>
        </p:nvSpPr>
        <p:spPr>
          <a:xfrm>
            <a:off x="609600" y="6377940"/>
            <a:ext cx="2804160" cy="342900"/>
          </a:xfrm>
          <a:prstGeom prst="rect">
            <a:avLst/>
          </a:prstGeom>
          <a:noFill/>
          <a:ln w="12700" cap="flat" cmpd="sng">
            <a:noFill/>
            <a:prstDash val="solid"/>
            <a:miter/>
          </a:ln>
        </p:spPr>
        <p:txBody>
          <a:bodyPr vert="horz" wrap="square" lIns="0" tIns="0" rIns="0" bIns="0" anchor="t" anchorCtr="0">
            <a:spAutoFit/>
          </a:bodyPr>
          <a:lstStyle/>
          <a:p>
            <a:pPr algn="l"/>
            <a:fld id="{CAD2D6BD-DE1B-4B5F-8B41-2702339687B9}" type="datetime1">
              <a:rPr lang="en-US" altLang="zh-CN">
                <a:solidFill>
                  <a:srgbClr val="898989"/>
                </a:solidFill>
                <a:latin typeface="Calibri" panose="020F0502020204030204" charset="0"/>
                <a:ea typeface="SimSun" panose="02010600030101010101" pitchFamily="2" charset="-122"/>
                <a:cs typeface="Calibri" panose="020F0502020204030204" charset="0"/>
              </a:rPr>
            </a:fld>
            <a:endParaRPr lang="zh-CN" altLang="en-US">
              <a:solidFill>
                <a:srgbClr val="898989"/>
              </a:solidFill>
              <a:latin typeface="Calibri" panose="020F0502020204030204" charset="0"/>
              <a:ea typeface="SimSun" panose="02010600030101010101" pitchFamily="2" charset="-122"/>
              <a:cs typeface="Calibri" panose="020F0502020204030204" charset="0"/>
            </a:endParaRPr>
          </a:p>
        </p:txBody>
      </p:sp>
      <p:sp>
        <p:nvSpPr>
          <p:cNvPr id="16" name="文本框"/>
          <p:cNvSpPr>
            <a:spLocks noGrp="1"/>
          </p:cNvSpPr>
          <p:nvPr>
            <p:ph type="sldNum" idx="7"/>
          </p:nvPr>
        </p:nvSpPr>
        <p:spPr>
          <a:xfrm>
            <a:off x="11353418" y="6473336"/>
            <a:ext cx="151129" cy="191770"/>
          </a:xfrm>
          <a:prstGeom prst="rect">
            <a:avLst/>
          </a:prstGeom>
          <a:noFill/>
          <a:ln w="12700" cap="flat" cmpd="sng">
            <a:noFill/>
            <a:prstDash val="solid"/>
            <a:miter/>
          </a:ln>
        </p:spPr>
        <p:txBody>
          <a:bodyPr vert="horz" wrap="square" lIns="0" tIns="0" rIns="0" bIns="0" anchor="t" anchorCtr="0">
            <a:spAutoFit/>
          </a:bodyPr>
          <a:lstStyle/>
          <a:p>
            <a:pPr marL="38100" indent="0">
              <a:lnSpc>
                <a:spcPct val="100000"/>
              </a:lnSpc>
              <a:spcBef>
                <a:spcPts val="55"/>
              </a:spcBef>
            </a:pPr>
            <a:fld id="{CAD2D6BD-DE1B-4B5F-8B41-2702339687B9}" type="slidenum">
              <a:rPr lang="en-US" altLang="zh-CN" sz="1100" b="0" i="0" u="none" strike="noStrike" kern="1200" cap="none" spc="10" baseline="0">
                <a:solidFill>
                  <a:srgbClr val="2D936B"/>
                </a:solidFill>
                <a:latin typeface="Trebuchet MS" panose="020B0603020202020204" charset="0"/>
                <a:ea typeface="SimSun" panose="02010600030101010101" pitchFamily="2" charset="-122"/>
                <a:cs typeface="Trebuchet MS" panose="020B0603020202020204" charset="0"/>
              </a:rPr>
            </a:fld>
            <a:endParaRPr lang="zh-CN" altLang="en-US" sz="1100" b="0" i="0" spc="10">
              <a:solidFill>
                <a:srgbClr val="2D936B"/>
              </a:solidFill>
              <a:latin typeface="Trebuchet MS" panose="020B0603020202020204" charset="0"/>
              <a:ea typeface="SimSun" panose="02010600030101010101" pitchFamily="2" charset="-122"/>
              <a:cs typeface="Trebuchet MS" panose="020B060302020202020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sldNum="0" hdr="0" ftr="0" dt="0"/>
  <p:txStyles>
    <p:titleStyle>
      <a:lvl1pPr defTabSz="914400" fontAlgn="auto" hangingPunct="1">
        <a:buNone/>
        <a:defRPr sz="1800">
          <a:latin typeface="Calibri" panose="020F0502020204030204" charset="0"/>
          <a:ea typeface="SimSun" panose="02010600030101010101" pitchFamily="2" charset="-122"/>
          <a:cs typeface="Calibri" panose="020F0502020204030204" charset="0"/>
        </a:defRPr>
      </a:lvl1pPr>
    </p:titleStyle>
    <p:bodyStyle>
      <a:lvl1pPr marL="0" indent="0" defTabSz="914400" fontAlgn="auto" hangingPunct="1">
        <a:buNone/>
        <a:defRPr sz="1800">
          <a:latin typeface="Calibri" panose="020F0502020204030204" charset="0"/>
          <a:ea typeface="SimSun" panose="02010600030101010101" pitchFamily="2" charset="-122"/>
          <a:cs typeface="Calibri" panose="020F0502020204030204" charset="0"/>
        </a:defRPr>
      </a:lvl1pPr>
      <a:lvl2pPr marL="457200" indent="0" defTabSz="914400" fontAlgn="auto" hangingPunct="1">
        <a:buNone/>
        <a:defRPr sz="1800">
          <a:latin typeface="Calibri" panose="020F0502020204030204" charset="0"/>
          <a:ea typeface="SimSun" panose="02010600030101010101" pitchFamily="2" charset="-122"/>
          <a:cs typeface="Calibri" panose="020F0502020204030204" charset="0"/>
        </a:defRPr>
      </a:lvl2pPr>
      <a:lvl3pPr marL="914400" indent="0" defTabSz="914400" fontAlgn="auto" hangingPunct="1">
        <a:buNone/>
        <a:defRPr sz="1800">
          <a:latin typeface="Calibri" panose="020F0502020204030204" charset="0"/>
          <a:ea typeface="SimSun" panose="02010600030101010101" pitchFamily="2" charset="-122"/>
          <a:cs typeface="Calibri" panose="020F0502020204030204" charset="0"/>
        </a:defRPr>
      </a:lvl3pPr>
      <a:lvl4pPr marL="1371600" indent="0" defTabSz="914400" fontAlgn="auto" hangingPunct="1">
        <a:buNone/>
        <a:defRPr sz="1800">
          <a:latin typeface="Calibri" panose="020F0502020204030204" charset="0"/>
          <a:ea typeface="SimSun" panose="02010600030101010101" pitchFamily="2" charset="-122"/>
          <a:cs typeface="Calibri" panose="020F0502020204030204" charset="0"/>
        </a:defRPr>
      </a:lvl4pPr>
      <a:lvl5pPr marL="1828800" indent="0" defTabSz="914400" fontAlgn="auto" hangingPunct="1">
        <a:buNone/>
        <a:defRPr sz="1800">
          <a:latin typeface="Calibri" panose="020F0502020204030204" charset="0"/>
          <a:ea typeface="SimSun" panose="02010600030101010101" pitchFamily="2" charset="-122"/>
          <a:cs typeface="Calibri" panose="020F0502020204030204" charset="0"/>
        </a:defRPr>
      </a:lvl5pPr>
      <a:lvl6pPr marL="2286000" indent="0" defTabSz="914400" fontAlgn="auto" hangingPunct="1">
        <a:buNone/>
        <a:defRPr sz="1800">
          <a:latin typeface="Calibri" panose="020F0502020204030204" charset="0"/>
          <a:ea typeface="SimSun" panose="02010600030101010101" pitchFamily="2" charset="-122"/>
          <a:cs typeface="Calibri" panose="020F0502020204030204" charset="0"/>
        </a:defRPr>
      </a:lvl6pPr>
      <a:lvl7pPr marL="2743200" indent="0" defTabSz="914400" fontAlgn="auto" hangingPunct="1">
        <a:buNone/>
        <a:defRPr sz="1800">
          <a:latin typeface="Calibri" panose="020F0502020204030204" charset="0"/>
          <a:ea typeface="SimSun" panose="02010600030101010101" pitchFamily="2" charset="-122"/>
          <a:cs typeface="Calibri" panose="020F0502020204030204" charset="0"/>
        </a:defRPr>
      </a:lvl7pPr>
      <a:lvl8pPr marL="3200400" indent="0" defTabSz="914400" fontAlgn="auto" hangingPunct="1">
        <a:buNone/>
        <a:defRPr sz="1800">
          <a:latin typeface="Calibri" panose="020F0502020204030204" charset="0"/>
          <a:ea typeface="SimSun" panose="02010600030101010101" pitchFamily="2" charset="-122"/>
          <a:cs typeface="Calibri" panose="020F0502020204030204" charset="0"/>
        </a:defRPr>
      </a:lvl8pPr>
      <a:lvl9pPr marL="3200400" indent="0" defTabSz="914400" fontAlgn="auto" hangingPunct="1">
        <a:buNone/>
        <a:defRPr sz="1800">
          <a:latin typeface="Calibri" panose="020F0502020204030204" charset="0"/>
          <a:ea typeface="SimSun" panose="02010600030101010101" pitchFamily="2" charset="-122"/>
          <a:cs typeface="Calibri" panose="020F050202020403020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2.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13.xml"/><Relationship Id="rId2" Type="http://schemas.openxmlformats.org/officeDocument/2006/relationships/image" Target="../media/image2.png"/><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13.xml"/><Relationship Id="rId3" Type="http://schemas.openxmlformats.org/officeDocument/2006/relationships/image" Target="../media/image4.jpeg"/><Relationship Id="rId2" Type="http://schemas.openxmlformats.org/officeDocument/2006/relationships/image" Target="../media/image2.png"/><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14.xml"/><Relationship Id="rId2" Type="http://schemas.openxmlformats.org/officeDocument/2006/relationships/image" Target="../media/image1.png"/><Relationship Id="rId1" Type="http://schemas.openxmlformats.org/officeDocument/2006/relationships/image" Target="../media/image5.pn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13.xml"/><Relationship Id="rId2" Type="http://schemas.openxmlformats.org/officeDocument/2006/relationships/image" Target="../media/image1.png"/><Relationship Id="rId1"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4.xml"/><Relationship Id="rId1" Type="http://schemas.openxmlformats.org/officeDocument/2006/relationships/image" Target="../media/image7.png"/></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14.xml"/><Relationship Id="rId2" Type="http://schemas.openxmlformats.org/officeDocument/2006/relationships/image" Target="../media/image1.png"/><Relationship Id="rId1" Type="http://schemas.openxmlformats.org/officeDocument/2006/relationships/image" Target="../media/image8.jpe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4.xml"/><Relationship Id="rId1"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4.xml"/><Relationship Id="rId1" Type="http://schemas.openxmlformats.org/officeDocument/2006/relationships/image" Target="../media/image10.jpe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4.xml"/><Relationship Id="rId1" Type="http://schemas.openxmlformats.org/officeDocument/2006/relationships/image" Target="../media/image9.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40" name="组合"/>
          <p:cNvGrpSpPr/>
          <p:nvPr/>
        </p:nvGrpSpPr>
        <p:grpSpPr>
          <a:xfrm>
            <a:off x="876298" y="990599"/>
            <a:ext cx="1743075" cy="1333500"/>
            <a:chOff x="876298" y="990599"/>
            <a:chExt cx="1743075" cy="1333500"/>
          </a:xfrm>
        </p:grpSpPr>
        <p:sp>
          <p:nvSpPr>
            <p:cNvPr id="38" name="曲线"/>
            <p:cNvSpPr/>
            <p:nvPr/>
          </p:nvSpPr>
          <p:spPr>
            <a:xfrm>
              <a:off x="876298" y="1266824"/>
              <a:ext cx="1228725" cy="1057275"/>
            </a:xfrm>
            <a:custGeom>
              <a:avLst/>
              <a:gdLst>
                <a:gd name="T1" fmla="*/ 0 w 21600"/>
                <a:gd name="T2" fmla="*/ 0 h 21600"/>
                <a:gd name="T3" fmla="*/ 21600 w 21600"/>
                <a:gd name="T4" fmla="*/ 21600 h 21600"/>
              </a:gdLst>
              <a:ahLst/>
              <a:cxnLst/>
              <a:rect l="T1" t="T2" r="T3" b="T4"/>
              <a:pathLst>
                <a:path w="21600" h="21600">
                  <a:moveTo>
                    <a:pt x="16954" y="0"/>
                  </a:moveTo>
                  <a:lnTo>
                    <a:pt x="4646" y="0"/>
                  </a:lnTo>
                  <a:lnTo>
                    <a:pt x="0" y="10801"/>
                  </a:lnTo>
                  <a:lnTo>
                    <a:pt x="4646" y="21600"/>
                  </a:lnTo>
                  <a:lnTo>
                    <a:pt x="16954" y="21600"/>
                  </a:lnTo>
                  <a:lnTo>
                    <a:pt x="21599" y="10801"/>
                  </a:lnTo>
                  <a:lnTo>
                    <a:pt x="16954" y="0"/>
                  </a:lnTo>
                  <a:close/>
                </a:path>
              </a:pathLst>
            </a:custGeom>
            <a:solidFill>
              <a:srgbClr val="5FCAEE"/>
            </a:solidFill>
            <a:ln cap="flat" cmpd="sng">
              <a:noFill/>
              <a:prstDash val="solid"/>
              <a:miter/>
            </a:ln>
          </p:spPr>
        </p:sp>
        <p:sp>
          <p:nvSpPr>
            <p:cNvPr id="39" name="曲线"/>
            <p:cNvSpPr/>
            <p:nvPr/>
          </p:nvSpPr>
          <p:spPr>
            <a:xfrm>
              <a:off x="1971673" y="990599"/>
              <a:ext cx="647700" cy="561974"/>
            </a:xfrm>
            <a:custGeom>
              <a:avLst/>
              <a:gdLst>
                <a:gd name="T1" fmla="*/ 0 w 21600"/>
                <a:gd name="T2" fmla="*/ 0 h 21600"/>
                <a:gd name="T3" fmla="*/ 21600 w 21600"/>
                <a:gd name="T4" fmla="*/ 21600 h 21600"/>
              </a:gdLst>
              <a:ahLst/>
              <a:cxnLst/>
              <a:rect l="T1" t="T2" r="T3" b="T4"/>
              <a:pathLst>
                <a:path w="21600" h="21600">
                  <a:moveTo>
                    <a:pt x="16915" y="0"/>
                  </a:moveTo>
                  <a:lnTo>
                    <a:pt x="4684" y="0"/>
                  </a:lnTo>
                  <a:lnTo>
                    <a:pt x="0" y="10797"/>
                  </a:lnTo>
                  <a:lnTo>
                    <a:pt x="4684" y="21600"/>
                  </a:lnTo>
                  <a:lnTo>
                    <a:pt x="16915" y="21600"/>
                  </a:lnTo>
                  <a:lnTo>
                    <a:pt x="21600" y="10797"/>
                  </a:lnTo>
                  <a:lnTo>
                    <a:pt x="16915" y="0"/>
                  </a:lnTo>
                  <a:close/>
                </a:path>
              </a:pathLst>
            </a:custGeom>
            <a:solidFill>
              <a:srgbClr val="2D936B"/>
            </a:solidFill>
            <a:ln cap="flat" cmpd="sng">
              <a:noFill/>
              <a:prstDash val="solid"/>
              <a:miter/>
            </a:ln>
          </p:spPr>
        </p:sp>
      </p:grpSp>
      <p:sp>
        <p:nvSpPr>
          <p:cNvPr id="41" name="曲线"/>
          <p:cNvSpPr/>
          <p:nvPr/>
        </p:nvSpPr>
        <p:spPr>
          <a:xfrm>
            <a:off x="3752849" y="1190625"/>
            <a:ext cx="1666875" cy="1438275"/>
          </a:xfrm>
          <a:custGeom>
            <a:avLst/>
            <a:gdLst>
              <a:gd name="T1" fmla="*/ 0 w 21600"/>
              <a:gd name="T2" fmla="*/ 0 h 21600"/>
              <a:gd name="T3" fmla="*/ 21600 w 21600"/>
              <a:gd name="T4" fmla="*/ 21600 h 21600"/>
            </a:gdLst>
            <a:ahLst/>
            <a:cxnLst/>
            <a:rect l="T1" t="T2" r="T3" b="T4"/>
            <a:pathLst>
              <a:path w="21600" h="21600">
                <a:moveTo>
                  <a:pt x="16940" y="0"/>
                </a:moveTo>
                <a:lnTo>
                  <a:pt x="4659" y="0"/>
                </a:lnTo>
                <a:lnTo>
                  <a:pt x="0" y="10799"/>
                </a:lnTo>
                <a:lnTo>
                  <a:pt x="4659" y="21600"/>
                </a:lnTo>
                <a:lnTo>
                  <a:pt x="16940" y="21600"/>
                </a:lnTo>
                <a:lnTo>
                  <a:pt x="21600" y="10799"/>
                </a:lnTo>
                <a:lnTo>
                  <a:pt x="16940" y="0"/>
                </a:lnTo>
                <a:close/>
              </a:path>
            </a:pathLst>
          </a:custGeom>
          <a:solidFill>
            <a:srgbClr val="42D0A1"/>
          </a:solidFill>
          <a:ln cap="flat" cmpd="sng">
            <a:noFill/>
            <a:prstDash val="solid"/>
            <a:miter/>
          </a:ln>
        </p:spPr>
      </p:sp>
      <p:sp>
        <p:nvSpPr>
          <p:cNvPr id="42" name="曲线"/>
          <p:cNvSpPr/>
          <p:nvPr/>
        </p:nvSpPr>
        <p:spPr>
          <a:xfrm>
            <a:off x="3800474" y="5229225"/>
            <a:ext cx="723900" cy="619124"/>
          </a:xfrm>
          <a:custGeom>
            <a:avLst/>
            <a:gdLst>
              <a:gd name="T1" fmla="*/ 0 w 21600"/>
              <a:gd name="T2" fmla="*/ 0 h 21600"/>
              <a:gd name="T3" fmla="*/ 21600 w 21600"/>
              <a:gd name="T4" fmla="*/ 21600 h 21600"/>
            </a:gdLst>
            <a:ahLst/>
            <a:cxnLst/>
            <a:rect l="T1" t="T2" r="T3" b="T4"/>
            <a:pathLst>
              <a:path w="21600" h="21600">
                <a:moveTo>
                  <a:pt x="16980" y="0"/>
                </a:moveTo>
                <a:lnTo>
                  <a:pt x="4619" y="0"/>
                </a:lnTo>
                <a:lnTo>
                  <a:pt x="0" y="10802"/>
                </a:lnTo>
                <a:lnTo>
                  <a:pt x="4619" y="21600"/>
                </a:lnTo>
                <a:lnTo>
                  <a:pt x="16980" y="21600"/>
                </a:lnTo>
                <a:lnTo>
                  <a:pt x="21600" y="10802"/>
                </a:lnTo>
                <a:lnTo>
                  <a:pt x="16980" y="0"/>
                </a:lnTo>
                <a:close/>
              </a:path>
            </a:pathLst>
          </a:custGeom>
          <a:solidFill>
            <a:srgbClr val="42AF51"/>
          </a:solidFill>
          <a:ln cap="flat" cmpd="sng">
            <a:noFill/>
            <a:prstDash val="solid"/>
            <a:miter/>
          </a:ln>
        </p:spPr>
      </p:sp>
      <p:sp>
        <p:nvSpPr>
          <p:cNvPr id="43" name="文本框"/>
          <p:cNvSpPr>
            <a:spLocks noGrp="1"/>
          </p:cNvSpPr>
          <p:nvPr>
            <p:ph type="ctrTitle"/>
          </p:nvPr>
        </p:nvSpPr>
        <p:spPr>
          <a:xfrm>
            <a:off x="-623455" y="19665"/>
            <a:ext cx="9776980" cy="1001556"/>
          </a:xfrm>
          <a:prstGeom prst="rect">
            <a:avLst/>
          </a:prstGeom>
          <a:noFill/>
          <a:ln w="12700" cap="flat" cmpd="sng">
            <a:noFill/>
            <a:prstDash val="solid"/>
            <a:miter/>
          </a:ln>
        </p:spPr>
        <p:txBody>
          <a:bodyPr vert="horz" wrap="square" lIns="0" tIns="16510" rIns="0" bIns="0" anchor="t" anchorCtr="0">
            <a:spAutoFit/>
          </a:bodyPr>
          <a:lstStyle/>
          <a:p>
            <a:pPr marL="3213735" indent="0" algn="l">
              <a:lnSpc>
                <a:spcPct val="100000"/>
              </a:lnSpc>
              <a:spcBef>
                <a:spcPts val="130"/>
              </a:spcBef>
              <a:spcAft>
                <a:spcPts val="0"/>
              </a:spcAft>
              <a:buNone/>
            </a:pPr>
            <a:r>
              <a:rPr lang="en-US" altLang="zh-CN" sz="3200" b="1" i="0" u="none" strike="noStrike" kern="0" cap="none" spc="0" baseline="0" dirty="0">
                <a:solidFill>
                  <a:srgbClr val="FF0000"/>
                </a:solidFill>
                <a:latin typeface="Times New Roman" panose="02020603050405020304" pitchFamily="18" charset="0"/>
                <a:ea typeface="SimSun" panose="02010600030101010101" pitchFamily="2" charset="-122"/>
                <a:cs typeface="Times New Roman" panose="02020603050405020304" pitchFamily="18" charset="0"/>
              </a:rPr>
              <a:t>Employee Data Analysis using Excel </a:t>
            </a:r>
            <a:br>
              <a:rPr lang="zh-CN" altLang="en-US" sz="3200" b="1" i="0" u="none" strike="noStrike" kern="0" cap="none" spc="0" baseline="0" dirty="0">
                <a:solidFill>
                  <a:srgbClr val="0F0F0F"/>
                </a:solidFill>
                <a:latin typeface="Roboto" pitchFamily="2" charset="0"/>
                <a:ea typeface="SimSun" panose="02010600030101010101" pitchFamily="2" charset="-122"/>
                <a:cs typeface="Trebuchet MS" panose="020B0603020202020204" charset="0"/>
              </a:rPr>
            </a:br>
            <a:endParaRPr lang="zh-CN" altLang="en-US" sz="3200" b="0" i="0" u="none" strike="noStrike" kern="0" cap="none" spc="15" baseline="0" dirty="0">
              <a:solidFill>
                <a:schemeClr val="tx1"/>
              </a:solidFill>
              <a:latin typeface="Trebuchet MS" panose="020B0603020202020204" charset="0"/>
              <a:ea typeface="SimSun" panose="02010600030101010101" pitchFamily="2" charset="-122"/>
              <a:cs typeface="Trebuchet MS" panose="020B0603020202020204" charset="0"/>
            </a:endParaRPr>
          </a:p>
        </p:txBody>
      </p:sp>
      <p:pic>
        <p:nvPicPr>
          <p:cNvPr id="44" name="图片"/>
          <p:cNvPicPr/>
          <p:nvPr/>
        </p:nvPicPr>
        <p:blipFill>
          <a:blip r:embed="rId1" cstate="print"/>
          <a:stretch>
            <a:fillRect/>
          </a:stretch>
        </p:blipFill>
        <p:spPr>
          <a:xfrm>
            <a:off x="676275" y="6467475"/>
            <a:ext cx="2143125" cy="200024"/>
          </a:xfrm>
          <a:prstGeom prst="rect">
            <a:avLst/>
          </a:prstGeom>
          <a:noFill/>
          <a:ln w="12700" cap="flat" cmpd="sng">
            <a:noFill/>
            <a:prstDash val="solid"/>
            <a:miter/>
          </a:ln>
        </p:spPr>
      </p:pic>
      <p:sp>
        <p:nvSpPr>
          <p:cNvPr id="45" name="文本框"/>
          <p:cNvSpPr>
            <a:spLocks noGrp="1"/>
          </p:cNvSpPr>
          <p:nvPr>
            <p:ph type="sldNum" idx="7"/>
          </p:nvPr>
        </p:nvSpPr>
        <p:spPr>
          <a:xfrm>
            <a:off x="11353418" y="6473336"/>
            <a:ext cx="151129" cy="168909"/>
          </a:xfrm>
          <a:prstGeom prst="rect">
            <a:avLst/>
          </a:prstGeom>
          <a:noFill/>
          <a:ln cap="flat" cmpd="sng">
            <a:noFill/>
            <a:prstDash val="solid"/>
            <a:miter/>
          </a:ln>
        </p:spPr>
        <p:txBody>
          <a:bodyPr vert="horz" wrap="square" lIns="0" tIns="6985" rIns="0" bIns="0" anchor="t" anchorCtr="0">
            <a:spAutoFit/>
          </a:bodyPr>
          <a:lstStyle/>
          <a:p>
            <a:pPr marL="38100" indent="0" algn="l">
              <a:lnSpc>
                <a:spcPct val="100000"/>
              </a:lnSpc>
              <a:spcBef>
                <a:spcPts val="55"/>
              </a:spcBef>
              <a:spcAft>
                <a:spcPts val="0"/>
              </a:spcAft>
              <a:buNone/>
            </a:pPr>
            <a:fld id="{CAD2D6BD-DE1B-4B5F-8B41-2702339687B9}" type="slidenum">
              <a:rPr lang="en-US" altLang="zh-CN" sz="1100" b="0" i="0" u="none" strike="noStrike" kern="1200" cap="none" spc="10" baseline="0">
                <a:solidFill>
                  <a:srgbClr val="2D936B"/>
                </a:solidFill>
                <a:latin typeface="Trebuchet MS" panose="020B0603020202020204" charset="0"/>
                <a:ea typeface="SimSun" panose="02010600030101010101" pitchFamily="2" charset="-122"/>
                <a:cs typeface="Trebuchet MS" panose="020B0603020202020204" charset="0"/>
              </a:rPr>
            </a:fld>
            <a:endParaRPr lang="zh-CN" altLang="en-US" sz="1100" b="0" i="0" u="none" strike="noStrike" kern="1200" cap="none" spc="10" baseline="0">
              <a:solidFill>
                <a:srgbClr val="2D936B"/>
              </a:solidFill>
              <a:latin typeface="Trebuchet MS" panose="020B0603020202020204" charset="0"/>
              <a:ea typeface="SimSun" panose="02010600030101010101" pitchFamily="2" charset="-122"/>
              <a:cs typeface="Trebuchet MS" panose="020B0603020202020204" charset="0"/>
            </a:endParaRPr>
          </a:p>
        </p:txBody>
      </p:sp>
      <p:sp>
        <p:nvSpPr>
          <p:cNvPr id="46" name="矩形"/>
          <p:cNvSpPr/>
          <p:nvPr/>
        </p:nvSpPr>
        <p:spPr>
          <a:xfrm>
            <a:off x="2364567" y="2459476"/>
            <a:ext cx="6788726" cy="1938020"/>
          </a:xfrm>
          <a:prstGeom prst="rect">
            <a:avLst/>
          </a:prstGeom>
          <a:noFill/>
          <a:ln w="12700" cap="flat" cmpd="sng">
            <a:noFill/>
            <a:prstDash val="solid"/>
            <a:miter/>
          </a:ln>
        </p:spPr>
        <p:txBody>
          <a:bodyPr vert="horz" wrap="square" lIns="91440" tIns="45720" rIns="91440" bIns="45720" anchor="t" anchorCtr="0">
            <a:spAutoFit/>
          </a:bodyPr>
          <a:lstStyle/>
          <a:p>
            <a:pPr marL="0" indent="0" algn="l">
              <a:lnSpc>
                <a:spcPct val="100000"/>
              </a:lnSpc>
              <a:spcBef>
                <a:spcPts val="0"/>
              </a:spcBef>
              <a:spcAft>
                <a:spcPts val="0"/>
              </a:spcAft>
              <a:buNone/>
            </a:pPr>
            <a:r>
              <a:rPr lang="en-US" altLang="zh-CN" sz="2400" b="0" i="0" u="none" strike="noStrike" kern="1200" cap="none" spc="0" baseline="0" dirty="0">
                <a:solidFill>
                  <a:schemeClr val="tx1"/>
                </a:solidFill>
                <a:latin typeface="Calibri" panose="020F0502020204030204" charset="0"/>
                <a:ea typeface="SimSun" panose="02010600030101010101" pitchFamily="2" charset="-122"/>
                <a:cs typeface="Calibri" panose="020F0502020204030204" charset="0"/>
              </a:rPr>
              <a:t>STUDENT NAME: </a:t>
            </a:r>
            <a:r>
              <a:rPr lang="en-IN" altLang="en-US" sz="2400" b="0" i="0" u="none" strike="noStrike" kern="1200" cap="none" spc="0" baseline="0" dirty="0">
                <a:solidFill>
                  <a:schemeClr val="tx1"/>
                </a:solidFill>
                <a:latin typeface="Calibri" panose="020F0502020204030204" charset="0"/>
                <a:ea typeface="SimSun" panose="02010600030101010101" pitchFamily="2" charset="-122"/>
                <a:cs typeface="Calibri" panose="020F0502020204030204" charset="0"/>
              </a:rPr>
              <a:t>RAMYA.K</a:t>
            </a:r>
            <a:endParaRPr lang="en-US" altLang="zh-CN" sz="2400" b="0" i="0" u="none" strike="noStrike" kern="1200" cap="none" spc="0" baseline="0" dirty="0">
              <a:solidFill>
                <a:srgbClr val="0070C0"/>
              </a:solidFill>
              <a:latin typeface="Calibri" panose="020F0502020204030204" charset="0"/>
              <a:ea typeface="SimSun" panose="02010600030101010101" pitchFamily="2" charset="-122"/>
              <a:cs typeface="Calibri" panose="020F0502020204030204" charset="0"/>
            </a:endParaRPr>
          </a:p>
          <a:p>
            <a:pPr marL="0" indent="0" algn="l">
              <a:lnSpc>
                <a:spcPct val="100000"/>
              </a:lnSpc>
              <a:spcBef>
                <a:spcPts val="0"/>
              </a:spcBef>
              <a:spcAft>
                <a:spcPts val="0"/>
              </a:spcAft>
              <a:buNone/>
            </a:pPr>
            <a:r>
              <a:rPr lang="en-US" altLang="zh-CN" sz="2400" b="0" i="0" u="none" strike="noStrike" kern="1200" cap="none" spc="0" baseline="0" dirty="0">
                <a:solidFill>
                  <a:schemeClr val="tx1"/>
                </a:solidFill>
                <a:latin typeface="Calibri" panose="020F0502020204030204" charset="0"/>
                <a:ea typeface="SimSun" panose="02010600030101010101" pitchFamily="2" charset="-122"/>
                <a:cs typeface="Calibri" panose="020F0502020204030204" charset="0"/>
              </a:rPr>
              <a:t>REGISTER NO: </a:t>
            </a:r>
            <a:r>
              <a:rPr lang="en-IN" altLang="en-US" sz="2400" b="0" i="0" u="none" strike="noStrike" kern="1200" cap="none" spc="0" baseline="0" dirty="0">
                <a:solidFill>
                  <a:schemeClr val="tx1"/>
                </a:solidFill>
                <a:latin typeface="Calibri" panose="020F0502020204030204" charset="0"/>
                <a:ea typeface="SimSun" panose="02010600030101010101" pitchFamily="2" charset="-122"/>
                <a:cs typeface="Calibri" panose="020F0502020204030204" charset="0"/>
              </a:rPr>
              <a:t>312220109</a:t>
            </a:r>
            <a:endParaRPr lang="en-US" altLang="zh-CN" sz="2400" b="0" i="0" u="none" strike="noStrike" kern="1200" cap="none" spc="0" baseline="0" dirty="0">
              <a:solidFill>
                <a:srgbClr val="0070C0"/>
              </a:solidFill>
              <a:latin typeface="Calibri" panose="020F0502020204030204" charset="0"/>
              <a:ea typeface="SimSun" panose="02010600030101010101" pitchFamily="2" charset="-122"/>
              <a:cs typeface="Calibri" panose="020F0502020204030204" charset="0"/>
            </a:endParaRPr>
          </a:p>
          <a:p>
            <a:pPr marL="0" indent="0" algn="l">
              <a:lnSpc>
                <a:spcPct val="100000"/>
              </a:lnSpc>
              <a:spcBef>
                <a:spcPts val="0"/>
              </a:spcBef>
              <a:spcAft>
                <a:spcPts val="0"/>
              </a:spcAft>
              <a:buNone/>
            </a:pPr>
            <a:r>
              <a:rPr lang="en-US" altLang="zh-CN" sz="2400" b="0" i="0" u="none" strike="noStrike" kern="1200" cap="none" spc="0" baseline="0" dirty="0">
                <a:solidFill>
                  <a:schemeClr val="tx1"/>
                </a:solidFill>
                <a:latin typeface="Calibri" panose="020F0502020204030204" charset="0"/>
                <a:ea typeface="SimSun" panose="02010600030101010101" pitchFamily="2" charset="-122"/>
                <a:cs typeface="Calibri" panose="020F0502020204030204" charset="0"/>
              </a:rPr>
              <a:t>DEPARTMENT: </a:t>
            </a:r>
            <a:r>
              <a:rPr lang="en-IN" altLang="en-US" sz="2400" b="0" i="0" u="none" strike="noStrike" kern="1200" cap="none" spc="0" baseline="0" dirty="0">
                <a:solidFill>
                  <a:schemeClr val="tx1"/>
                </a:solidFill>
                <a:latin typeface="Calibri" panose="020F0502020204030204" charset="0"/>
                <a:ea typeface="SimSun" panose="02010600030101010101" pitchFamily="2" charset="-122"/>
                <a:cs typeface="Calibri" panose="020F0502020204030204" charset="0"/>
              </a:rPr>
              <a:t>B.COM GENERAL</a:t>
            </a:r>
            <a:endParaRPr lang="en-US" altLang="zh-CN" sz="2400" b="0" i="0" u="none" strike="noStrike" kern="1200" cap="none" spc="0" baseline="0" dirty="0">
              <a:solidFill>
                <a:srgbClr val="0070C0"/>
              </a:solidFill>
              <a:latin typeface="Calibri" panose="020F0502020204030204" charset="0"/>
              <a:ea typeface="SimSun" panose="02010600030101010101" pitchFamily="2" charset="-122"/>
              <a:cs typeface="Calibri" panose="020F0502020204030204" charset="0"/>
            </a:endParaRPr>
          </a:p>
          <a:p>
            <a:pPr marL="0" indent="0" algn="l">
              <a:lnSpc>
                <a:spcPct val="100000"/>
              </a:lnSpc>
              <a:spcBef>
                <a:spcPts val="0"/>
              </a:spcBef>
              <a:spcAft>
                <a:spcPts val="0"/>
              </a:spcAft>
              <a:buNone/>
            </a:pPr>
            <a:r>
              <a:rPr lang="en-US" altLang="zh-CN" sz="2400" b="0" i="0" u="none" strike="noStrike" kern="1200" cap="none" spc="0" baseline="0" dirty="0">
                <a:solidFill>
                  <a:schemeClr val="tx1"/>
                </a:solidFill>
                <a:latin typeface="Calibri" panose="020F0502020204030204" charset="0"/>
                <a:ea typeface="SimSun" panose="02010600030101010101" pitchFamily="2" charset="-122"/>
                <a:cs typeface="Calibri" panose="020F0502020204030204" charset="0"/>
              </a:rPr>
              <a:t>COLLEGE: </a:t>
            </a:r>
            <a:r>
              <a:rPr lang="en-IN" altLang="en-US" sz="2400" b="0" i="0" u="none" strike="noStrike" kern="1200" cap="none" spc="0" baseline="0" dirty="0">
                <a:solidFill>
                  <a:schemeClr val="tx1"/>
                </a:solidFill>
                <a:latin typeface="Calibri" panose="020F0502020204030204" charset="0"/>
                <a:ea typeface="SimSun" panose="02010600030101010101" pitchFamily="2" charset="-122"/>
                <a:cs typeface="Calibri" panose="020F0502020204030204" charset="0"/>
              </a:rPr>
              <a:t>SRI BALAJI ARTS AND SCIENCE COLLEGE</a:t>
            </a:r>
            <a:endParaRPr lang="en-US" altLang="zh-CN" sz="2400" b="0" i="0" u="none" strike="noStrike" kern="1200" cap="none" spc="0" baseline="0" dirty="0">
              <a:solidFill>
                <a:srgbClr val="0070C0"/>
              </a:solidFill>
              <a:latin typeface="Calibri" panose="020F0502020204030204" charset="0"/>
              <a:ea typeface="SimSun" panose="02010600030101010101" pitchFamily="2" charset="-122"/>
              <a:cs typeface="Calibri" panose="020F0502020204030204" charset="0"/>
            </a:endParaRPr>
          </a:p>
          <a:p>
            <a:pPr marL="0" indent="0" algn="l">
              <a:lnSpc>
                <a:spcPct val="100000"/>
              </a:lnSpc>
              <a:spcBef>
                <a:spcPts val="0"/>
              </a:spcBef>
              <a:spcAft>
                <a:spcPts val="0"/>
              </a:spcAft>
              <a:buNone/>
            </a:pPr>
            <a:r>
              <a:rPr lang="en-US" altLang="zh-CN" sz="2400" b="0" i="0" u="none" strike="noStrike" kern="1200" cap="none" spc="0" baseline="0" dirty="0">
                <a:solidFill>
                  <a:schemeClr val="tx1"/>
                </a:solidFill>
                <a:latin typeface="Calibri" panose="020F0502020204030204" charset="0"/>
                <a:ea typeface="SimSun" panose="02010600030101010101" pitchFamily="2" charset="-122"/>
                <a:cs typeface="Calibri" panose="020F0502020204030204" charset="0"/>
              </a:rPr>
              <a:t>           </a:t>
            </a:r>
            <a:endParaRPr lang="zh-CN" altLang="en-US" sz="2400" b="0" i="0" u="none" strike="noStrike" kern="1200" cap="none" spc="0" baseline="0" dirty="0">
              <a:solidFill>
                <a:schemeClr val="tx1"/>
              </a:solidFill>
              <a:latin typeface="Calibri" panose="020F0502020204030204" charset="0"/>
              <a:ea typeface="SimSun" panose="02010600030101010101" pitchFamily="2" charset="-122"/>
              <a:cs typeface="Calibri" panose="020F050202020403020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63" name="曲线"/>
          <p:cNvSpPr/>
          <p:nvPr/>
        </p:nvSpPr>
        <p:spPr>
          <a:xfrm>
            <a:off x="0" y="0"/>
            <a:ext cx="12192000" cy="6858000"/>
          </a:xfrm>
          <a:custGeom>
            <a:avLst/>
            <a:gdLst>
              <a:gd name="T1" fmla="*/ 0 w 21600"/>
              <a:gd name="T2" fmla="*/ 0 h 21600"/>
              <a:gd name="T3" fmla="*/ 21600 w 21600"/>
              <a:gd name="T4" fmla="*/ 21600 h 21600"/>
            </a:gdLst>
            <a:ahLst/>
            <a:cxnLst/>
            <a:rect l="T1" t="T2" r="T3" b="T4"/>
            <a:pathLst>
              <a:path w="21600" h="21600">
                <a:moveTo>
                  <a:pt x="21600" y="0"/>
                </a:moveTo>
                <a:lnTo>
                  <a:pt x="0" y="0"/>
                </a:lnTo>
                <a:lnTo>
                  <a:pt x="0" y="21600"/>
                </a:lnTo>
                <a:lnTo>
                  <a:pt x="21600" y="21600"/>
                </a:lnTo>
                <a:lnTo>
                  <a:pt x="21600" y="0"/>
                </a:lnTo>
                <a:close/>
              </a:path>
            </a:pathLst>
          </a:custGeom>
          <a:solidFill>
            <a:srgbClr val="F1F1F1"/>
          </a:solidFill>
          <a:ln cap="flat" cmpd="sng">
            <a:noFill/>
            <a:prstDash val="solid"/>
            <a:miter/>
          </a:ln>
        </p:spPr>
      </p:sp>
      <p:grpSp>
        <p:nvGrpSpPr>
          <p:cNvPr id="73" name="组合"/>
          <p:cNvGrpSpPr/>
          <p:nvPr/>
        </p:nvGrpSpPr>
        <p:grpSpPr>
          <a:xfrm>
            <a:off x="7448612" y="0"/>
            <a:ext cx="4743795" cy="6858466"/>
            <a:chOff x="7448612" y="0"/>
            <a:chExt cx="4743795" cy="6858466"/>
          </a:xfrm>
        </p:grpSpPr>
        <p:sp>
          <p:nvSpPr>
            <p:cNvPr id="64" name="曲线"/>
            <p:cNvSpPr/>
            <p:nvPr/>
          </p:nvSpPr>
          <p:spPr>
            <a:xfrm>
              <a:off x="9377426" y="4825"/>
              <a:ext cx="1218564" cy="6853554"/>
            </a:xfrm>
            <a:custGeom>
              <a:avLst/>
              <a:gdLst>
                <a:gd name="T1" fmla="*/ 0 w 21600"/>
                <a:gd name="T2" fmla="*/ 0 h 21600"/>
                <a:gd name="T3" fmla="*/ 21600 w 21600"/>
                <a:gd name="T4" fmla="*/ 21600 h 21600"/>
              </a:gdLst>
              <a:ahLst/>
              <a:cxnLst/>
              <a:rect l="T1" t="T2" r="T3" b="T4"/>
              <a:pathLst>
                <a:path w="21600" h="21600">
                  <a:moveTo>
                    <a:pt x="0" y="0"/>
                  </a:moveTo>
                  <a:lnTo>
                    <a:pt x="21596" y="21598"/>
                  </a:lnTo>
                </a:path>
              </a:pathLst>
            </a:custGeom>
            <a:noFill/>
            <a:ln w="9525" cap="flat" cmpd="sng">
              <a:solidFill>
                <a:srgbClr val="5FCAEE"/>
              </a:solidFill>
              <a:prstDash val="solid"/>
              <a:round/>
            </a:ln>
          </p:spPr>
        </p:sp>
        <p:sp>
          <p:nvSpPr>
            <p:cNvPr id="65" name="曲线"/>
            <p:cNvSpPr/>
            <p:nvPr/>
          </p:nvSpPr>
          <p:spPr>
            <a:xfrm>
              <a:off x="7448612" y="3694896"/>
              <a:ext cx="4743450" cy="3163570"/>
            </a:xfrm>
            <a:custGeom>
              <a:avLst/>
              <a:gdLst>
                <a:gd name="T1" fmla="*/ 0 w 21600"/>
                <a:gd name="T2" fmla="*/ 0 h 21600"/>
                <a:gd name="T3" fmla="*/ 21600 w 21600"/>
                <a:gd name="T4" fmla="*/ 21600 h 21600"/>
              </a:gdLst>
              <a:ahLst/>
              <a:cxnLst/>
              <a:rect l="T1" t="T2" r="T3" b="T4"/>
              <a:pathLst>
                <a:path w="21600" h="21600">
                  <a:moveTo>
                    <a:pt x="21599" y="0"/>
                  </a:moveTo>
                  <a:lnTo>
                    <a:pt x="0" y="21596"/>
                  </a:lnTo>
                </a:path>
              </a:pathLst>
            </a:custGeom>
            <a:noFill/>
            <a:ln w="9525" cap="flat" cmpd="sng">
              <a:solidFill>
                <a:srgbClr val="5FCAEE"/>
              </a:solidFill>
              <a:prstDash val="solid"/>
              <a:round/>
            </a:ln>
          </p:spPr>
        </p:sp>
        <p:sp>
          <p:nvSpPr>
            <p:cNvPr id="66" name="曲线"/>
            <p:cNvSpPr/>
            <p:nvPr/>
          </p:nvSpPr>
          <p:spPr>
            <a:xfrm>
              <a:off x="9182100" y="0"/>
              <a:ext cx="3009899" cy="6858000"/>
            </a:xfrm>
            <a:custGeom>
              <a:avLst/>
              <a:gdLst>
                <a:gd name="T1" fmla="*/ 0 w 21600"/>
                <a:gd name="T2" fmla="*/ 0 h 21600"/>
                <a:gd name="T3" fmla="*/ 21600 w 21600"/>
                <a:gd name="T4" fmla="*/ 21600 h 21600"/>
              </a:gdLst>
              <a:ahLst/>
              <a:cxnLst/>
              <a:rect l="T1" t="T2" r="T3" b="T4"/>
              <a:pathLst>
                <a:path w="21600" h="21600">
                  <a:moveTo>
                    <a:pt x="21599" y="0"/>
                  </a:moveTo>
                  <a:lnTo>
                    <a:pt x="14671" y="0"/>
                  </a:lnTo>
                  <a:lnTo>
                    <a:pt x="0" y="21599"/>
                  </a:lnTo>
                  <a:lnTo>
                    <a:pt x="21599" y="21599"/>
                  </a:lnTo>
                  <a:lnTo>
                    <a:pt x="21599" y="0"/>
                  </a:lnTo>
                  <a:close/>
                </a:path>
              </a:pathLst>
            </a:custGeom>
            <a:solidFill>
              <a:srgbClr val="5FCAEE">
                <a:alpha val="36000"/>
              </a:srgbClr>
            </a:solidFill>
            <a:ln cap="flat" cmpd="sng">
              <a:noFill/>
              <a:prstDash val="solid"/>
              <a:miter/>
            </a:ln>
          </p:spPr>
        </p:sp>
        <p:sp>
          <p:nvSpPr>
            <p:cNvPr id="67" name="曲线"/>
            <p:cNvSpPr/>
            <p:nvPr/>
          </p:nvSpPr>
          <p:spPr>
            <a:xfrm>
              <a:off x="9602878" y="0"/>
              <a:ext cx="2589529" cy="6858000"/>
            </a:xfrm>
            <a:custGeom>
              <a:avLst/>
              <a:gdLst>
                <a:gd name="T1" fmla="*/ 0 w 21600"/>
                <a:gd name="T2" fmla="*/ 0 h 21600"/>
                <a:gd name="T3" fmla="*/ 21600 w 21600"/>
                <a:gd name="T4" fmla="*/ 21600 h 21600"/>
              </a:gdLst>
              <a:ahLst/>
              <a:cxnLst/>
              <a:rect l="T1" t="T2" r="T3" b="T4"/>
              <a:pathLst>
                <a:path w="21600" h="21600">
                  <a:moveTo>
                    <a:pt x="21596" y="0"/>
                  </a:moveTo>
                  <a:lnTo>
                    <a:pt x="0" y="0"/>
                  </a:lnTo>
                  <a:lnTo>
                    <a:pt x="10083" y="21599"/>
                  </a:lnTo>
                  <a:lnTo>
                    <a:pt x="21596" y="21599"/>
                  </a:lnTo>
                  <a:lnTo>
                    <a:pt x="21596" y="0"/>
                  </a:lnTo>
                  <a:close/>
                </a:path>
              </a:pathLst>
            </a:custGeom>
            <a:solidFill>
              <a:srgbClr val="5FCAEE">
                <a:alpha val="20000"/>
              </a:srgbClr>
            </a:solidFill>
            <a:ln cap="flat" cmpd="sng">
              <a:noFill/>
              <a:prstDash val="solid"/>
              <a:miter/>
            </a:ln>
          </p:spPr>
        </p:sp>
        <p:sp>
          <p:nvSpPr>
            <p:cNvPr id="68" name="曲线"/>
            <p:cNvSpPr/>
            <p:nvPr/>
          </p:nvSpPr>
          <p:spPr>
            <a:xfrm>
              <a:off x="8934450" y="3048000"/>
              <a:ext cx="3257550" cy="3810000"/>
            </a:xfrm>
            <a:custGeom>
              <a:avLst/>
              <a:gdLst>
                <a:gd name="T1" fmla="*/ 0 w 21600"/>
                <a:gd name="T2" fmla="*/ 0 h 21600"/>
                <a:gd name="T3" fmla="*/ 21600 w 21600"/>
                <a:gd name="T4" fmla="*/ 21600 h 21600"/>
              </a:gdLst>
              <a:ahLst/>
              <a:cxnLst/>
              <a:rect l="T1" t="T2" r="T3" b="T4"/>
              <a:pathLst>
                <a:path w="21600" h="21600">
                  <a:moveTo>
                    <a:pt x="21600" y="0"/>
                  </a:moveTo>
                  <a:lnTo>
                    <a:pt x="0" y="21600"/>
                  </a:lnTo>
                  <a:lnTo>
                    <a:pt x="21600" y="21600"/>
                  </a:lnTo>
                  <a:lnTo>
                    <a:pt x="21600" y="0"/>
                  </a:lnTo>
                  <a:close/>
                </a:path>
              </a:pathLst>
            </a:custGeom>
            <a:solidFill>
              <a:srgbClr val="17AFE3">
                <a:alpha val="66000"/>
              </a:srgbClr>
            </a:solidFill>
            <a:ln cap="flat" cmpd="sng">
              <a:noFill/>
              <a:prstDash val="solid"/>
              <a:miter/>
            </a:ln>
          </p:spPr>
        </p:sp>
        <p:sp>
          <p:nvSpPr>
            <p:cNvPr id="69" name="曲线"/>
            <p:cNvSpPr/>
            <p:nvPr/>
          </p:nvSpPr>
          <p:spPr>
            <a:xfrm>
              <a:off x="9337930" y="0"/>
              <a:ext cx="2854324" cy="6858000"/>
            </a:xfrm>
            <a:custGeom>
              <a:avLst/>
              <a:gdLst>
                <a:gd name="T1" fmla="*/ 0 w 21600"/>
                <a:gd name="T2" fmla="*/ 0 h 21600"/>
                <a:gd name="T3" fmla="*/ 21600 w 21600"/>
                <a:gd name="T4" fmla="*/ 21600 h 21600"/>
              </a:gdLst>
              <a:ahLst/>
              <a:cxnLst/>
              <a:rect l="T1" t="T2" r="T3" b="T4"/>
              <a:pathLst>
                <a:path w="21600" h="21600">
                  <a:moveTo>
                    <a:pt x="21598" y="0"/>
                  </a:moveTo>
                  <a:lnTo>
                    <a:pt x="0" y="0"/>
                  </a:lnTo>
                  <a:lnTo>
                    <a:pt x="18691" y="21599"/>
                  </a:lnTo>
                  <a:lnTo>
                    <a:pt x="21598" y="21599"/>
                  </a:lnTo>
                  <a:lnTo>
                    <a:pt x="21598" y="0"/>
                  </a:lnTo>
                  <a:close/>
                </a:path>
              </a:pathLst>
            </a:custGeom>
            <a:solidFill>
              <a:srgbClr val="17AFE3">
                <a:alpha val="50000"/>
              </a:srgbClr>
            </a:solidFill>
            <a:ln cap="flat" cmpd="sng">
              <a:noFill/>
              <a:prstDash val="solid"/>
              <a:miter/>
            </a:ln>
          </p:spPr>
        </p:sp>
        <p:sp>
          <p:nvSpPr>
            <p:cNvPr id="70" name="曲线"/>
            <p:cNvSpPr/>
            <p:nvPr/>
          </p:nvSpPr>
          <p:spPr>
            <a:xfrm>
              <a:off x="10896601" y="0"/>
              <a:ext cx="1295400" cy="6858000"/>
            </a:xfrm>
            <a:custGeom>
              <a:avLst/>
              <a:gdLst>
                <a:gd name="T1" fmla="*/ 0 w 21600"/>
                <a:gd name="T2" fmla="*/ 0 h 21600"/>
                <a:gd name="T3" fmla="*/ 21600 w 21600"/>
                <a:gd name="T4" fmla="*/ 21600 h 21600"/>
              </a:gdLst>
              <a:ahLst/>
              <a:cxnLst/>
              <a:rect l="T1" t="T2" r="T3" b="T4"/>
              <a:pathLst>
                <a:path w="21600" h="21600">
                  <a:moveTo>
                    <a:pt x="21599" y="0"/>
                  </a:moveTo>
                  <a:lnTo>
                    <a:pt x="17048" y="0"/>
                  </a:lnTo>
                  <a:lnTo>
                    <a:pt x="0" y="21599"/>
                  </a:lnTo>
                  <a:lnTo>
                    <a:pt x="21599" y="21599"/>
                  </a:lnTo>
                  <a:lnTo>
                    <a:pt x="21599" y="0"/>
                  </a:lnTo>
                  <a:close/>
                </a:path>
              </a:pathLst>
            </a:custGeom>
            <a:solidFill>
              <a:srgbClr val="2D83C3">
                <a:alpha val="70000"/>
              </a:srgbClr>
            </a:solidFill>
            <a:ln cap="flat" cmpd="sng">
              <a:noFill/>
              <a:prstDash val="solid"/>
              <a:miter/>
            </a:ln>
          </p:spPr>
        </p:sp>
        <p:sp>
          <p:nvSpPr>
            <p:cNvPr id="71" name="曲线"/>
            <p:cNvSpPr/>
            <p:nvPr/>
          </p:nvSpPr>
          <p:spPr>
            <a:xfrm>
              <a:off x="10936247" y="0"/>
              <a:ext cx="1256029" cy="6858000"/>
            </a:xfrm>
            <a:custGeom>
              <a:avLst/>
              <a:gdLst>
                <a:gd name="T1" fmla="*/ 0 w 21600"/>
                <a:gd name="T2" fmla="*/ 0 h 21600"/>
                <a:gd name="T3" fmla="*/ 21600 w 21600"/>
                <a:gd name="T4" fmla="*/ 21600 h 21600"/>
              </a:gdLst>
              <a:ahLst/>
              <a:cxnLst/>
              <a:rect l="T1" t="T2" r="T3" b="T4"/>
              <a:pathLst>
                <a:path w="21600" h="21600">
                  <a:moveTo>
                    <a:pt x="21595" y="0"/>
                  </a:moveTo>
                  <a:lnTo>
                    <a:pt x="0" y="0"/>
                  </a:lnTo>
                  <a:lnTo>
                    <a:pt x="19166" y="21599"/>
                  </a:lnTo>
                  <a:lnTo>
                    <a:pt x="21595" y="21599"/>
                  </a:lnTo>
                  <a:lnTo>
                    <a:pt x="21595" y="0"/>
                  </a:lnTo>
                  <a:close/>
                </a:path>
              </a:pathLst>
            </a:custGeom>
            <a:solidFill>
              <a:srgbClr val="226192">
                <a:alpha val="80000"/>
              </a:srgbClr>
            </a:solidFill>
            <a:ln cap="flat" cmpd="sng">
              <a:noFill/>
              <a:prstDash val="solid"/>
              <a:miter/>
            </a:ln>
          </p:spPr>
        </p:sp>
        <p:sp>
          <p:nvSpPr>
            <p:cNvPr id="72" name="曲线"/>
            <p:cNvSpPr/>
            <p:nvPr/>
          </p:nvSpPr>
          <p:spPr>
            <a:xfrm>
              <a:off x="10372725" y="3590925"/>
              <a:ext cx="1819275" cy="3267075"/>
            </a:xfrm>
            <a:custGeom>
              <a:avLst/>
              <a:gdLst>
                <a:gd name="T1" fmla="*/ 0 w 21600"/>
                <a:gd name="T2" fmla="*/ 0 h 21600"/>
                <a:gd name="T3" fmla="*/ 21600 w 21600"/>
                <a:gd name="T4" fmla="*/ 21600 h 21600"/>
              </a:gdLst>
              <a:ahLst/>
              <a:cxnLst/>
              <a:rect l="T1" t="T2" r="T3" b="T4"/>
              <a:pathLst>
                <a:path w="21600" h="21600">
                  <a:moveTo>
                    <a:pt x="21600" y="0"/>
                  </a:moveTo>
                  <a:lnTo>
                    <a:pt x="0" y="21600"/>
                  </a:lnTo>
                  <a:lnTo>
                    <a:pt x="21600" y="21600"/>
                  </a:lnTo>
                  <a:lnTo>
                    <a:pt x="21600" y="0"/>
                  </a:lnTo>
                  <a:close/>
                </a:path>
              </a:pathLst>
            </a:custGeom>
            <a:solidFill>
              <a:srgbClr val="17AFE3">
                <a:alpha val="66000"/>
              </a:srgbClr>
            </a:solidFill>
            <a:ln cap="flat" cmpd="sng">
              <a:noFill/>
              <a:prstDash val="solid"/>
              <a:miter/>
            </a:ln>
          </p:spPr>
        </p:sp>
      </p:grpSp>
      <p:sp>
        <p:nvSpPr>
          <p:cNvPr id="74" name="曲线"/>
          <p:cNvSpPr/>
          <p:nvPr/>
        </p:nvSpPr>
        <p:spPr>
          <a:xfrm>
            <a:off x="0" y="4010025"/>
            <a:ext cx="447674" cy="2847975"/>
          </a:xfrm>
          <a:custGeom>
            <a:avLst/>
            <a:gdLst>
              <a:gd name="T1" fmla="*/ 0 w 21600"/>
              <a:gd name="T2" fmla="*/ 0 h 21600"/>
              <a:gd name="T3" fmla="*/ 21600 w 21600"/>
              <a:gd name="T4" fmla="*/ 21600 h 21600"/>
            </a:gdLst>
            <a:ahLst/>
            <a:cxnLst/>
            <a:rect l="T1" t="T2" r="T3" b="T4"/>
            <a:pathLst>
              <a:path w="21600" h="21600">
                <a:moveTo>
                  <a:pt x="0" y="0"/>
                </a:moveTo>
                <a:lnTo>
                  <a:pt x="0" y="21600"/>
                </a:lnTo>
                <a:lnTo>
                  <a:pt x="21600" y="21600"/>
                </a:lnTo>
                <a:lnTo>
                  <a:pt x="0" y="0"/>
                </a:lnTo>
                <a:close/>
              </a:path>
            </a:pathLst>
          </a:custGeom>
          <a:solidFill>
            <a:srgbClr val="5FCAEE">
              <a:alpha val="70000"/>
            </a:srgbClr>
          </a:solidFill>
          <a:ln cap="flat" cmpd="sng">
            <a:noFill/>
            <a:prstDash val="solid"/>
            <a:miter/>
          </a:ln>
        </p:spPr>
      </p:sp>
      <p:sp>
        <p:nvSpPr>
          <p:cNvPr id="75" name="曲线"/>
          <p:cNvSpPr/>
          <p:nvPr/>
        </p:nvSpPr>
        <p:spPr>
          <a:xfrm>
            <a:off x="9353550" y="5362575"/>
            <a:ext cx="457199" cy="457200"/>
          </a:xfrm>
          <a:custGeom>
            <a:avLst/>
            <a:gdLst>
              <a:gd name="T1" fmla="*/ 0 w 21600"/>
              <a:gd name="T2" fmla="*/ 0 h 21600"/>
              <a:gd name="T3" fmla="*/ 21600 w 21600"/>
              <a:gd name="T4" fmla="*/ 21600 h 21600"/>
            </a:gdLst>
            <a:ahLst/>
            <a:cxnLst/>
            <a:rect l="T1" t="T2" r="T3" b="T4"/>
            <a:pathLst>
              <a:path w="21600" h="21600">
                <a:moveTo>
                  <a:pt x="21600" y="0"/>
                </a:moveTo>
                <a:lnTo>
                  <a:pt x="0" y="0"/>
                </a:lnTo>
                <a:lnTo>
                  <a:pt x="0" y="21600"/>
                </a:lnTo>
                <a:lnTo>
                  <a:pt x="21600" y="21600"/>
                </a:lnTo>
                <a:lnTo>
                  <a:pt x="21600" y="0"/>
                </a:lnTo>
                <a:close/>
              </a:path>
            </a:pathLst>
          </a:custGeom>
          <a:solidFill>
            <a:srgbClr val="42AF51"/>
          </a:solidFill>
          <a:ln cap="flat" cmpd="sng">
            <a:noFill/>
            <a:prstDash val="solid"/>
            <a:miter/>
          </a:ln>
        </p:spPr>
      </p:sp>
      <p:sp>
        <p:nvSpPr>
          <p:cNvPr id="76" name="曲线"/>
          <p:cNvSpPr/>
          <p:nvPr/>
        </p:nvSpPr>
        <p:spPr>
          <a:xfrm>
            <a:off x="6696075" y="1695450"/>
            <a:ext cx="314324" cy="323850"/>
          </a:xfrm>
          <a:custGeom>
            <a:avLst/>
            <a:gdLst>
              <a:gd name="T1" fmla="*/ 0 w 21600"/>
              <a:gd name="T2" fmla="*/ 0 h 21600"/>
              <a:gd name="T3" fmla="*/ 21600 w 21600"/>
              <a:gd name="T4" fmla="*/ 21600 h 21600"/>
            </a:gdLst>
            <a:ahLst/>
            <a:cxnLst/>
            <a:rect l="T1" t="T2" r="T3" b="T4"/>
            <a:pathLst>
              <a:path w="21600" h="21600">
                <a:moveTo>
                  <a:pt x="21600" y="0"/>
                </a:moveTo>
                <a:lnTo>
                  <a:pt x="0" y="0"/>
                </a:lnTo>
                <a:lnTo>
                  <a:pt x="0" y="21600"/>
                </a:lnTo>
                <a:lnTo>
                  <a:pt x="21600" y="21600"/>
                </a:lnTo>
                <a:lnTo>
                  <a:pt x="21600" y="0"/>
                </a:lnTo>
                <a:close/>
              </a:path>
            </a:pathLst>
          </a:custGeom>
          <a:solidFill>
            <a:srgbClr val="2D83C3"/>
          </a:solidFill>
          <a:ln cap="flat" cmpd="sng">
            <a:noFill/>
            <a:prstDash val="solid"/>
            <a:miter/>
          </a:ln>
        </p:spPr>
      </p:sp>
      <p:sp>
        <p:nvSpPr>
          <p:cNvPr id="77" name="曲线"/>
          <p:cNvSpPr/>
          <p:nvPr/>
        </p:nvSpPr>
        <p:spPr>
          <a:xfrm>
            <a:off x="9353550" y="5895975"/>
            <a:ext cx="180975" cy="180975"/>
          </a:xfrm>
          <a:custGeom>
            <a:avLst/>
            <a:gdLst>
              <a:gd name="T1" fmla="*/ 0 w 21600"/>
              <a:gd name="T2" fmla="*/ 0 h 21600"/>
              <a:gd name="T3" fmla="*/ 21600 w 21600"/>
              <a:gd name="T4" fmla="*/ 21600 h 21600"/>
            </a:gdLst>
            <a:ahLst/>
            <a:cxnLst/>
            <a:rect l="T1" t="T2" r="T3" b="T4"/>
            <a:pathLst>
              <a:path w="21600" h="21600">
                <a:moveTo>
                  <a:pt x="21600" y="0"/>
                </a:moveTo>
                <a:lnTo>
                  <a:pt x="0" y="0"/>
                </a:lnTo>
                <a:lnTo>
                  <a:pt x="0" y="21600"/>
                </a:lnTo>
                <a:lnTo>
                  <a:pt x="21600" y="21600"/>
                </a:lnTo>
                <a:lnTo>
                  <a:pt x="21600" y="0"/>
                </a:lnTo>
                <a:close/>
              </a:path>
            </a:pathLst>
          </a:custGeom>
          <a:solidFill>
            <a:srgbClr val="2D936B"/>
          </a:solidFill>
          <a:ln cap="flat" cmpd="sng">
            <a:noFill/>
            <a:prstDash val="solid"/>
            <a:miter/>
          </a:ln>
        </p:spPr>
      </p:sp>
      <p:sp>
        <p:nvSpPr>
          <p:cNvPr id="78" name="文本框"/>
          <p:cNvSpPr>
            <a:spLocks noGrp="1"/>
          </p:cNvSpPr>
          <p:nvPr>
            <p:ph type="title"/>
          </p:nvPr>
        </p:nvSpPr>
        <p:spPr>
          <a:xfrm>
            <a:off x="739774" y="829626"/>
            <a:ext cx="3909695" cy="664209"/>
          </a:xfrm>
          <a:prstGeom prst="rect">
            <a:avLst/>
          </a:prstGeom>
          <a:noFill/>
          <a:ln w="12700" cap="flat" cmpd="sng">
            <a:noFill/>
            <a:prstDash val="solid"/>
            <a:miter/>
          </a:ln>
        </p:spPr>
        <p:txBody>
          <a:bodyPr vert="horz" wrap="square" lIns="0" tIns="16510" rIns="0" bIns="0" anchor="t" anchorCtr="0">
            <a:spAutoFit/>
          </a:bodyPr>
          <a:lstStyle/>
          <a:p>
            <a:pPr marL="12700" indent="0" algn="l">
              <a:lnSpc>
                <a:spcPct val="100000"/>
              </a:lnSpc>
              <a:spcBef>
                <a:spcPts val="130"/>
              </a:spcBef>
              <a:spcAft>
                <a:spcPts val="0"/>
              </a:spcAft>
              <a:buNone/>
            </a:pPr>
            <a:r>
              <a:rPr lang="en-US" altLang="zh-CN" sz="4250" b="1" i="0" u="none" strike="noStrike" kern="0" cap="none" spc="5" baseline="0">
                <a:solidFill>
                  <a:schemeClr val="tx1"/>
                </a:solidFill>
                <a:latin typeface="Trebuchet MS" panose="020B0603020202020204" charset="0"/>
                <a:ea typeface="SimSun" panose="02010600030101010101" pitchFamily="2" charset="-122"/>
                <a:cs typeface="Trebuchet MS" panose="020B0603020202020204" charset="0"/>
              </a:rPr>
              <a:t>PROJECT</a:t>
            </a:r>
            <a:r>
              <a:rPr lang="en-US" altLang="zh-CN" sz="4250" b="1" i="0" u="none" strike="noStrike" kern="0" cap="none" spc="-85" baseline="0">
                <a:solidFill>
                  <a:schemeClr val="tx1"/>
                </a:solidFill>
                <a:latin typeface="Trebuchet MS" panose="020B0603020202020204" charset="0"/>
                <a:ea typeface="SimSun" panose="02010600030101010101" pitchFamily="2" charset="-122"/>
                <a:cs typeface="Trebuchet MS" panose="020B0603020202020204" charset="0"/>
              </a:rPr>
              <a:t> </a:t>
            </a:r>
            <a:r>
              <a:rPr lang="en-US" altLang="zh-CN" sz="4250" b="1" i="0" u="none" strike="noStrike" kern="0" cap="none" spc="25" baseline="0">
                <a:solidFill>
                  <a:schemeClr val="tx1"/>
                </a:solidFill>
                <a:latin typeface="Trebuchet MS" panose="020B0603020202020204" charset="0"/>
                <a:ea typeface="SimSun" panose="02010600030101010101" pitchFamily="2" charset="-122"/>
                <a:cs typeface="Trebuchet MS" panose="020B0603020202020204" charset="0"/>
              </a:rPr>
              <a:t>TITLE</a:t>
            </a:r>
            <a:endParaRPr lang="zh-CN" altLang="en-US" sz="4250" b="1" i="0" u="none" strike="noStrike" kern="0" cap="none" spc="0" baseline="0">
              <a:solidFill>
                <a:schemeClr val="tx1"/>
              </a:solidFill>
              <a:latin typeface="Trebuchet MS" panose="020B0603020202020204" charset="0"/>
              <a:ea typeface="SimSun" panose="02010600030101010101" pitchFamily="2" charset="-122"/>
              <a:cs typeface="Trebuchet MS" panose="020B0603020202020204" charset="0"/>
            </a:endParaRPr>
          </a:p>
        </p:txBody>
      </p:sp>
      <p:grpSp>
        <p:nvGrpSpPr>
          <p:cNvPr id="81" name="组合"/>
          <p:cNvGrpSpPr/>
          <p:nvPr/>
        </p:nvGrpSpPr>
        <p:grpSpPr>
          <a:xfrm>
            <a:off x="466725" y="6410325"/>
            <a:ext cx="3705224" cy="295275"/>
            <a:chOff x="466725" y="6410325"/>
            <a:chExt cx="3705224" cy="295275"/>
          </a:xfrm>
        </p:grpSpPr>
        <p:pic>
          <p:nvPicPr>
            <p:cNvPr id="79" name="图片"/>
            <p:cNvPicPr/>
            <p:nvPr/>
          </p:nvPicPr>
          <p:blipFill>
            <a:blip r:embed="rId1" cstate="print"/>
            <a:stretch>
              <a:fillRect/>
            </a:stretch>
          </p:blipFill>
          <p:spPr>
            <a:xfrm>
              <a:off x="676275" y="6467475"/>
              <a:ext cx="2143125" cy="200024"/>
            </a:xfrm>
            <a:prstGeom prst="rect">
              <a:avLst/>
            </a:prstGeom>
            <a:noFill/>
            <a:ln w="12700" cap="flat" cmpd="sng">
              <a:noFill/>
              <a:prstDash val="solid"/>
              <a:miter/>
            </a:ln>
          </p:spPr>
        </p:pic>
        <p:pic>
          <p:nvPicPr>
            <p:cNvPr id="80" name="图片"/>
            <p:cNvPicPr/>
            <p:nvPr/>
          </p:nvPicPr>
          <p:blipFill>
            <a:blip r:embed="rId2" cstate="print"/>
            <a:stretch>
              <a:fillRect/>
            </a:stretch>
          </p:blipFill>
          <p:spPr>
            <a:xfrm>
              <a:off x="466725" y="6410325"/>
              <a:ext cx="3705224" cy="295275"/>
            </a:xfrm>
            <a:prstGeom prst="rect">
              <a:avLst/>
            </a:prstGeom>
            <a:noFill/>
            <a:ln w="12700" cap="flat" cmpd="sng">
              <a:noFill/>
              <a:prstDash val="solid"/>
              <a:miter/>
            </a:ln>
          </p:spPr>
        </p:pic>
      </p:grpSp>
      <p:sp>
        <p:nvSpPr>
          <p:cNvPr id="82" name="文本框"/>
          <p:cNvSpPr>
            <a:spLocks noGrp="1"/>
          </p:cNvSpPr>
          <p:nvPr>
            <p:ph type="sldNum" idx="7"/>
          </p:nvPr>
        </p:nvSpPr>
        <p:spPr>
          <a:xfrm>
            <a:off x="11353418" y="6473336"/>
            <a:ext cx="151129" cy="168909"/>
          </a:xfrm>
          <a:prstGeom prst="rect">
            <a:avLst/>
          </a:prstGeom>
          <a:noFill/>
          <a:ln cap="flat" cmpd="sng">
            <a:noFill/>
            <a:prstDash val="solid"/>
            <a:miter/>
          </a:ln>
        </p:spPr>
        <p:txBody>
          <a:bodyPr vert="horz" wrap="square" lIns="0" tIns="6985" rIns="0" bIns="0" anchor="t" anchorCtr="0">
            <a:spAutoFit/>
          </a:bodyPr>
          <a:lstStyle/>
          <a:p>
            <a:pPr marL="38100" indent="0" algn="l">
              <a:lnSpc>
                <a:spcPct val="100000"/>
              </a:lnSpc>
              <a:spcBef>
                <a:spcPts val="55"/>
              </a:spcBef>
              <a:spcAft>
                <a:spcPts val="0"/>
              </a:spcAft>
              <a:buNone/>
            </a:pPr>
            <a:fld id="{CAD2D6BD-DE1B-4B5F-8B41-2702339687B9}" type="slidenum">
              <a:rPr lang="en-US" altLang="zh-CN" sz="1100" b="0" i="0" u="none" strike="noStrike" kern="1200" cap="none" spc="10" baseline="0">
                <a:solidFill>
                  <a:srgbClr val="2D936B"/>
                </a:solidFill>
                <a:latin typeface="Trebuchet MS" panose="020B0603020202020204" charset="0"/>
                <a:ea typeface="SimSun" panose="02010600030101010101" pitchFamily="2" charset="-122"/>
                <a:cs typeface="Trebuchet MS" panose="020B0603020202020204" charset="0"/>
              </a:rPr>
            </a:fld>
            <a:endParaRPr lang="zh-CN" altLang="en-US" sz="1100" b="0" i="0" u="none" strike="noStrike" kern="1200" cap="none" spc="10" baseline="0">
              <a:solidFill>
                <a:srgbClr val="2D936B"/>
              </a:solidFill>
              <a:latin typeface="Trebuchet MS" panose="020B0603020202020204" charset="0"/>
              <a:ea typeface="SimSun" panose="02010600030101010101" pitchFamily="2" charset="-122"/>
              <a:cs typeface="Trebuchet MS" panose="020B0603020202020204" charset="0"/>
            </a:endParaRPr>
          </a:p>
        </p:txBody>
      </p:sp>
      <p:sp>
        <p:nvSpPr>
          <p:cNvPr id="83" name="矩形"/>
          <p:cNvSpPr/>
          <p:nvPr/>
        </p:nvSpPr>
        <p:spPr>
          <a:xfrm>
            <a:off x="1217522" y="2123271"/>
            <a:ext cx="8593228" cy="1424939"/>
          </a:xfrm>
          <a:prstGeom prst="rect">
            <a:avLst/>
          </a:prstGeom>
          <a:noFill/>
          <a:ln w="12700" cap="flat" cmpd="sng">
            <a:noFill/>
            <a:prstDash val="solid"/>
            <a:miter/>
          </a:ln>
        </p:spPr>
        <p:txBody>
          <a:bodyPr vert="horz" wrap="square" lIns="91440" tIns="45720" rIns="91440" bIns="45720" anchor="t" anchorCtr="0">
            <a:spAutoFit/>
          </a:bodyPr>
          <a:lstStyle/>
          <a:p>
            <a:pPr marL="0" indent="0" algn="l">
              <a:lnSpc>
                <a:spcPct val="100000"/>
              </a:lnSpc>
              <a:spcBef>
                <a:spcPts val="0"/>
              </a:spcBef>
              <a:spcAft>
                <a:spcPts val="0"/>
              </a:spcAft>
              <a:buNone/>
            </a:pPr>
            <a:r>
              <a:rPr lang="en-US" altLang="zh-CN" sz="4400" b="1" i="0" u="none" strike="noStrike" kern="1200" cap="none" spc="0" baseline="0">
                <a:solidFill>
                  <a:srgbClr val="0F0F0F"/>
                </a:solidFill>
                <a:latin typeface="Times New Roman" panose="02020603050405020304" pitchFamily="18" charset="0"/>
                <a:ea typeface="SimSun" panose="02010600030101010101" pitchFamily="2" charset="-122"/>
                <a:cs typeface="Times New Roman" panose="02020603050405020304" pitchFamily="18" charset="0"/>
              </a:rPr>
              <a:t>Employee Performance Analysis using Excel</a:t>
            </a:r>
            <a:endParaRPr lang="zh-CN" altLang="en-US" sz="2800" b="0" i="0" u="none" strike="noStrike" kern="1200" cap="none" spc="0" baseline="0">
              <a:solidFill>
                <a:srgbClr val="7030A0"/>
              </a:solidFill>
              <a:latin typeface="Times New Roman" panose="02020603050405020304" pitchFamily="18" charset="0"/>
              <a:ea typeface="SimSun" panose="02010600030101010101" pitchFamily="2" charset="-122"/>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84" name="曲线"/>
          <p:cNvSpPr/>
          <p:nvPr/>
        </p:nvSpPr>
        <p:spPr>
          <a:xfrm>
            <a:off x="-76200" y="28579"/>
            <a:ext cx="12481713" cy="6858000"/>
          </a:xfrm>
          <a:custGeom>
            <a:avLst/>
            <a:gdLst>
              <a:gd name="T1" fmla="*/ 0 w 21600"/>
              <a:gd name="T2" fmla="*/ 0 h 21600"/>
              <a:gd name="T3" fmla="*/ 21600 w 21600"/>
              <a:gd name="T4" fmla="*/ 21600 h 21600"/>
            </a:gdLst>
            <a:ahLst/>
            <a:cxnLst/>
            <a:rect l="T1" t="T2" r="T3" b="T4"/>
            <a:pathLst>
              <a:path w="21600" h="21600">
                <a:moveTo>
                  <a:pt x="21600" y="0"/>
                </a:moveTo>
                <a:lnTo>
                  <a:pt x="0" y="0"/>
                </a:lnTo>
                <a:lnTo>
                  <a:pt x="0" y="21599"/>
                </a:lnTo>
                <a:lnTo>
                  <a:pt x="21600" y="21599"/>
                </a:lnTo>
                <a:lnTo>
                  <a:pt x="21600" y="0"/>
                </a:lnTo>
                <a:close/>
              </a:path>
            </a:pathLst>
          </a:custGeom>
          <a:solidFill>
            <a:srgbClr val="F1F1F1"/>
          </a:solidFill>
          <a:ln cap="flat" cmpd="sng">
            <a:noFill/>
            <a:prstDash val="solid"/>
            <a:miter/>
          </a:ln>
        </p:spPr>
      </p:sp>
      <p:grpSp>
        <p:nvGrpSpPr>
          <p:cNvPr id="94" name="组合"/>
          <p:cNvGrpSpPr/>
          <p:nvPr/>
        </p:nvGrpSpPr>
        <p:grpSpPr>
          <a:xfrm>
            <a:off x="7448612" y="0"/>
            <a:ext cx="4743795" cy="6858466"/>
            <a:chOff x="7448612" y="0"/>
            <a:chExt cx="4743795" cy="6858466"/>
          </a:xfrm>
        </p:grpSpPr>
        <p:sp>
          <p:nvSpPr>
            <p:cNvPr id="85" name="曲线"/>
            <p:cNvSpPr/>
            <p:nvPr/>
          </p:nvSpPr>
          <p:spPr>
            <a:xfrm>
              <a:off x="9377426" y="4825"/>
              <a:ext cx="1218564" cy="6853554"/>
            </a:xfrm>
            <a:custGeom>
              <a:avLst/>
              <a:gdLst>
                <a:gd name="T1" fmla="*/ 0 w 21600"/>
                <a:gd name="T2" fmla="*/ 0 h 21600"/>
                <a:gd name="T3" fmla="*/ 21600 w 21600"/>
                <a:gd name="T4" fmla="*/ 21600 h 21600"/>
              </a:gdLst>
              <a:ahLst/>
              <a:cxnLst/>
              <a:rect l="T1" t="T2" r="T3" b="T4"/>
              <a:pathLst>
                <a:path w="21600" h="21600">
                  <a:moveTo>
                    <a:pt x="0" y="0"/>
                  </a:moveTo>
                  <a:lnTo>
                    <a:pt x="21596" y="21598"/>
                  </a:lnTo>
                </a:path>
              </a:pathLst>
            </a:custGeom>
            <a:noFill/>
            <a:ln w="9525" cap="flat" cmpd="sng">
              <a:solidFill>
                <a:srgbClr val="5FCAEE"/>
              </a:solidFill>
              <a:prstDash val="solid"/>
              <a:round/>
            </a:ln>
          </p:spPr>
        </p:sp>
        <p:sp>
          <p:nvSpPr>
            <p:cNvPr id="86" name="曲线"/>
            <p:cNvSpPr/>
            <p:nvPr/>
          </p:nvSpPr>
          <p:spPr>
            <a:xfrm>
              <a:off x="7448612" y="3694896"/>
              <a:ext cx="4743450" cy="3163570"/>
            </a:xfrm>
            <a:custGeom>
              <a:avLst/>
              <a:gdLst>
                <a:gd name="T1" fmla="*/ 0 w 21600"/>
                <a:gd name="T2" fmla="*/ 0 h 21600"/>
                <a:gd name="T3" fmla="*/ 21600 w 21600"/>
                <a:gd name="T4" fmla="*/ 21600 h 21600"/>
              </a:gdLst>
              <a:ahLst/>
              <a:cxnLst/>
              <a:rect l="T1" t="T2" r="T3" b="T4"/>
              <a:pathLst>
                <a:path w="21600" h="21600">
                  <a:moveTo>
                    <a:pt x="21599" y="0"/>
                  </a:moveTo>
                  <a:lnTo>
                    <a:pt x="0" y="21596"/>
                  </a:lnTo>
                </a:path>
              </a:pathLst>
            </a:custGeom>
            <a:noFill/>
            <a:ln w="9525" cap="flat" cmpd="sng">
              <a:solidFill>
                <a:srgbClr val="5FCAEE"/>
              </a:solidFill>
              <a:prstDash val="solid"/>
              <a:round/>
            </a:ln>
          </p:spPr>
        </p:sp>
        <p:sp>
          <p:nvSpPr>
            <p:cNvPr id="87" name="曲线"/>
            <p:cNvSpPr/>
            <p:nvPr/>
          </p:nvSpPr>
          <p:spPr>
            <a:xfrm>
              <a:off x="9182100" y="0"/>
              <a:ext cx="3009899" cy="6858000"/>
            </a:xfrm>
            <a:custGeom>
              <a:avLst/>
              <a:gdLst>
                <a:gd name="T1" fmla="*/ 0 w 21600"/>
                <a:gd name="T2" fmla="*/ 0 h 21600"/>
                <a:gd name="T3" fmla="*/ 21600 w 21600"/>
                <a:gd name="T4" fmla="*/ 21600 h 21600"/>
              </a:gdLst>
              <a:ahLst/>
              <a:cxnLst/>
              <a:rect l="T1" t="T2" r="T3" b="T4"/>
              <a:pathLst>
                <a:path w="21600" h="21600">
                  <a:moveTo>
                    <a:pt x="21599" y="0"/>
                  </a:moveTo>
                  <a:lnTo>
                    <a:pt x="14671" y="0"/>
                  </a:lnTo>
                  <a:lnTo>
                    <a:pt x="0" y="21599"/>
                  </a:lnTo>
                  <a:lnTo>
                    <a:pt x="21599" y="21599"/>
                  </a:lnTo>
                  <a:lnTo>
                    <a:pt x="21599" y="0"/>
                  </a:lnTo>
                  <a:close/>
                </a:path>
              </a:pathLst>
            </a:custGeom>
            <a:solidFill>
              <a:srgbClr val="5FCAEE">
                <a:alpha val="36000"/>
              </a:srgbClr>
            </a:solidFill>
            <a:ln cap="flat" cmpd="sng">
              <a:noFill/>
              <a:prstDash val="solid"/>
              <a:miter/>
            </a:ln>
          </p:spPr>
        </p:sp>
        <p:sp>
          <p:nvSpPr>
            <p:cNvPr id="88" name="曲线"/>
            <p:cNvSpPr/>
            <p:nvPr/>
          </p:nvSpPr>
          <p:spPr>
            <a:xfrm>
              <a:off x="9602878" y="0"/>
              <a:ext cx="2589529" cy="6858000"/>
            </a:xfrm>
            <a:custGeom>
              <a:avLst/>
              <a:gdLst>
                <a:gd name="T1" fmla="*/ 0 w 21600"/>
                <a:gd name="T2" fmla="*/ 0 h 21600"/>
                <a:gd name="T3" fmla="*/ 21600 w 21600"/>
                <a:gd name="T4" fmla="*/ 21600 h 21600"/>
              </a:gdLst>
              <a:ahLst/>
              <a:cxnLst/>
              <a:rect l="T1" t="T2" r="T3" b="T4"/>
              <a:pathLst>
                <a:path w="21600" h="21600">
                  <a:moveTo>
                    <a:pt x="21596" y="0"/>
                  </a:moveTo>
                  <a:lnTo>
                    <a:pt x="0" y="0"/>
                  </a:lnTo>
                  <a:lnTo>
                    <a:pt x="10083" y="21599"/>
                  </a:lnTo>
                  <a:lnTo>
                    <a:pt x="21596" y="21599"/>
                  </a:lnTo>
                  <a:lnTo>
                    <a:pt x="21596" y="0"/>
                  </a:lnTo>
                  <a:close/>
                </a:path>
              </a:pathLst>
            </a:custGeom>
            <a:solidFill>
              <a:srgbClr val="5FCAEE">
                <a:alpha val="20000"/>
              </a:srgbClr>
            </a:solidFill>
            <a:ln cap="flat" cmpd="sng">
              <a:noFill/>
              <a:prstDash val="solid"/>
              <a:miter/>
            </a:ln>
          </p:spPr>
        </p:sp>
        <p:sp>
          <p:nvSpPr>
            <p:cNvPr id="89" name="曲线"/>
            <p:cNvSpPr/>
            <p:nvPr/>
          </p:nvSpPr>
          <p:spPr>
            <a:xfrm>
              <a:off x="8934450" y="3048000"/>
              <a:ext cx="3257550" cy="3810000"/>
            </a:xfrm>
            <a:custGeom>
              <a:avLst/>
              <a:gdLst>
                <a:gd name="T1" fmla="*/ 0 w 21600"/>
                <a:gd name="T2" fmla="*/ 0 h 21600"/>
                <a:gd name="T3" fmla="*/ 21600 w 21600"/>
                <a:gd name="T4" fmla="*/ 21600 h 21600"/>
              </a:gdLst>
              <a:ahLst/>
              <a:cxnLst/>
              <a:rect l="T1" t="T2" r="T3" b="T4"/>
              <a:pathLst>
                <a:path w="21600" h="21600">
                  <a:moveTo>
                    <a:pt x="21600" y="0"/>
                  </a:moveTo>
                  <a:lnTo>
                    <a:pt x="0" y="21600"/>
                  </a:lnTo>
                  <a:lnTo>
                    <a:pt x="21600" y="21600"/>
                  </a:lnTo>
                  <a:lnTo>
                    <a:pt x="21600" y="0"/>
                  </a:lnTo>
                  <a:close/>
                </a:path>
              </a:pathLst>
            </a:custGeom>
            <a:solidFill>
              <a:srgbClr val="17AFE3">
                <a:alpha val="66000"/>
              </a:srgbClr>
            </a:solidFill>
            <a:ln cap="flat" cmpd="sng">
              <a:noFill/>
              <a:prstDash val="solid"/>
              <a:miter/>
            </a:ln>
          </p:spPr>
        </p:sp>
        <p:sp>
          <p:nvSpPr>
            <p:cNvPr id="90" name="曲线"/>
            <p:cNvSpPr/>
            <p:nvPr/>
          </p:nvSpPr>
          <p:spPr>
            <a:xfrm>
              <a:off x="9337930" y="0"/>
              <a:ext cx="2854324" cy="6858000"/>
            </a:xfrm>
            <a:custGeom>
              <a:avLst/>
              <a:gdLst>
                <a:gd name="T1" fmla="*/ 0 w 21600"/>
                <a:gd name="T2" fmla="*/ 0 h 21600"/>
                <a:gd name="T3" fmla="*/ 21600 w 21600"/>
                <a:gd name="T4" fmla="*/ 21600 h 21600"/>
              </a:gdLst>
              <a:ahLst/>
              <a:cxnLst/>
              <a:rect l="T1" t="T2" r="T3" b="T4"/>
              <a:pathLst>
                <a:path w="21600" h="21600">
                  <a:moveTo>
                    <a:pt x="21598" y="0"/>
                  </a:moveTo>
                  <a:lnTo>
                    <a:pt x="0" y="0"/>
                  </a:lnTo>
                  <a:lnTo>
                    <a:pt x="18691" y="21599"/>
                  </a:lnTo>
                  <a:lnTo>
                    <a:pt x="21598" y="21599"/>
                  </a:lnTo>
                  <a:lnTo>
                    <a:pt x="21598" y="0"/>
                  </a:lnTo>
                  <a:close/>
                </a:path>
              </a:pathLst>
            </a:custGeom>
            <a:solidFill>
              <a:srgbClr val="17AFE3">
                <a:alpha val="50000"/>
              </a:srgbClr>
            </a:solidFill>
            <a:ln cap="flat" cmpd="sng">
              <a:noFill/>
              <a:prstDash val="solid"/>
              <a:miter/>
            </a:ln>
          </p:spPr>
        </p:sp>
        <p:sp>
          <p:nvSpPr>
            <p:cNvPr id="91" name="曲线"/>
            <p:cNvSpPr/>
            <p:nvPr/>
          </p:nvSpPr>
          <p:spPr>
            <a:xfrm>
              <a:off x="10896601" y="0"/>
              <a:ext cx="1295400" cy="6858000"/>
            </a:xfrm>
            <a:custGeom>
              <a:avLst/>
              <a:gdLst>
                <a:gd name="T1" fmla="*/ 0 w 21600"/>
                <a:gd name="T2" fmla="*/ 0 h 21600"/>
                <a:gd name="T3" fmla="*/ 21600 w 21600"/>
                <a:gd name="T4" fmla="*/ 21600 h 21600"/>
              </a:gdLst>
              <a:ahLst/>
              <a:cxnLst/>
              <a:rect l="T1" t="T2" r="T3" b="T4"/>
              <a:pathLst>
                <a:path w="21600" h="21600">
                  <a:moveTo>
                    <a:pt x="21599" y="0"/>
                  </a:moveTo>
                  <a:lnTo>
                    <a:pt x="17048" y="0"/>
                  </a:lnTo>
                  <a:lnTo>
                    <a:pt x="0" y="21599"/>
                  </a:lnTo>
                  <a:lnTo>
                    <a:pt x="21599" y="21599"/>
                  </a:lnTo>
                  <a:lnTo>
                    <a:pt x="21599" y="0"/>
                  </a:lnTo>
                  <a:close/>
                </a:path>
              </a:pathLst>
            </a:custGeom>
            <a:solidFill>
              <a:srgbClr val="2D83C3">
                <a:alpha val="70000"/>
              </a:srgbClr>
            </a:solidFill>
            <a:ln cap="flat" cmpd="sng">
              <a:noFill/>
              <a:prstDash val="solid"/>
              <a:miter/>
            </a:ln>
          </p:spPr>
        </p:sp>
        <p:sp>
          <p:nvSpPr>
            <p:cNvPr id="92" name="曲线"/>
            <p:cNvSpPr/>
            <p:nvPr/>
          </p:nvSpPr>
          <p:spPr>
            <a:xfrm>
              <a:off x="10936247" y="0"/>
              <a:ext cx="1256029" cy="6858000"/>
            </a:xfrm>
            <a:custGeom>
              <a:avLst/>
              <a:gdLst>
                <a:gd name="T1" fmla="*/ 0 w 21600"/>
                <a:gd name="T2" fmla="*/ 0 h 21600"/>
                <a:gd name="T3" fmla="*/ 21600 w 21600"/>
                <a:gd name="T4" fmla="*/ 21600 h 21600"/>
              </a:gdLst>
              <a:ahLst/>
              <a:cxnLst/>
              <a:rect l="T1" t="T2" r="T3" b="T4"/>
              <a:pathLst>
                <a:path w="21600" h="21600">
                  <a:moveTo>
                    <a:pt x="21595" y="0"/>
                  </a:moveTo>
                  <a:lnTo>
                    <a:pt x="0" y="0"/>
                  </a:lnTo>
                  <a:lnTo>
                    <a:pt x="19166" y="21599"/>
                  </a:lnTo>
                  <a:lnTo>
                    <a:pt x="21595" y="21599"/>
                  </a:lnTo>
                  <a:lnTo>
                    <a:pt x="21595" y="0"/>
                  </a:lnTo>
                  <a:close/>
                </a:path>
              </a:pathLst>
            </a:custGeom>
            <a:solidFill>
              <a:srgbClr val="226192">
                <a:alpha val="80000"/>
              </a:srgbClr>
            </a:solidFill>
            <a:ln cap="flat" cmpd="sng">
              <a:noFill/>
              <a:prstDash val="solid"/>
              <a:miter/>
            </a:ln>
          </p:spPr>
        </p:sp>
        <p:sp>
          <p:nvSpPr>
            <p:cNvPr id="93" name="曲线"/>
            <p:cNvSpPr/>
            <p:nvPr/>
          </p:nvSpPr>
          <p:spPr>
            <a:xfrm>
              <a:off x="10372725" y="3590925"/>
              <a:ext cx="1819275" cy="3267075"/>
            </a:xfrm>
            <a:custGeom>
              <a:avLst/>
              <a:gdLst>
                <a:gd name="T1" fmla="*/ 0 w 21600"/>
                <a:gd name="T2" fmla="*/ 0 h 21600"/>
                <a:gd name="T3" fmla="*/ 21600 w 21600"/>
                <a:gd name="T4" fmla="*/ 21600 h 21600"/>
              </a:gdLst>
              <a:ahLst/>
              <a:cxnLst/>
              <a:rect l="T1" t="T2" r="T3" b="T4"/>
              <a:pathLst>
                <a:path w="21600" h="21600">
                  <a:moveTo>
                    <a:pt x="21600" y="0"/>
                  </a:moveTo>
                  <a:lnTo>
                    <a:pt x="0" y="21600"/>
                  </a:lnTo>
                  <a:lnTo>
                    <a:pt x="21600" y="21600"/>
                  </a:lnTo>
                  <a:lnTo>
                    <a:pt x="21600" y="0"/>
                  </a:lnTo>
                  <a:close/>
                </a:path>
              </a:pathLst>
            </a:custGeom>
            <a:solidFill>
              <a:srgbClr val="17AFE3">
                <a:alpha val="66000"/>
              </a:srgbClr>
            </a:solidFill>
            <a:ln cap="flat" cmpd="sng">
              <a:noFill/>
              <a:prstDash val="solid"/>
              <a:miter/>
            </a:ln>
          </p:spPr>
        </p:sp>
      </p:grpSp>
      <p:sp>
        <p:nvSpPr>
          <p:cNvPr id="95" name="曲线"/>
          <p:cNvSpPr/>
          <p:nvPr/>
        </p:nvSpPr>
        <p:spPr>
          <a:xfrm>
            <a:off x="0" y="4010025"/>
            <a:ext cx="447674" cy="2847975"/>
          </a:xfrm>
          <a:custGeom>
            <a:avLst/>
            <a:gdLst>
              <a:gd name="T1" fmla="*/ 0 w 21600"/>
              <a:gd name="T2" fmla="*/ 0 h 21600"/>
              <a:gd name="T3" fmla="*/ 21600 w 21600"/>
              <a:gd name="T4" fmla="*/ 21600 h 21600"/>
            </a:gdLst>
            <a:ahLst/>
            <a:cxnLst/>
            <a:rect l="T1" t="T2" r="T3" b="T4"/>
            <a:pathLst>
              <a:path w="21600" h="21600">
                <a:moveTo>
                  <a:pt x="0" y="0"/>
                </a:moveTo>
                <a:lnTo>
                  <a:pt x="0" y="21600"/>
                </a:lnTo>
                <a:lnTo>
                  <a:pt x="21600" y="21600"/>
                </a:lnTo>
                <a:lnTo>
                  <a:pt x="0" y="0"/>
                </a:lnTo>
                <a:close/>
              </a:path>
            </a:pathLst>
          </a:custGeom>
          <a:solidFill>
            <a:srgbClr val="5FCAEE">
              <a:alpha val="70000"/>
            </a:srgbClr>
          </a:solidFill>
          <a:ln cap="flat" cmpd="sng">
            <a:noFill/>
            <a:prstDash val="solid"/>
            <a:miter/>
          </a:ln>
        </p:spPr>
      </p:sp>
      <p:sp>
        <p:nvSpPr>
          <p:cNvPr id="96" name="矩形"/>
          <p:cNvSpPr/>
          <p:nvPr/>
        </p:nvSpPr>
        <p:spPr>
          <a:xfrm>
            <a:off x="752474" y="6486037"/>
            <a:ext cx="1773555" cy="166369"/>
          </a:xfrm>
          <a:prstGeom prst="rect">
            <a:avLst/>
          </a:prstGeom>
          <a:noFill/>
          <a:ln w="12700" cap="flat" cmpd="sng">
            <a:noFill/>
            <a:prstDash val="solid"/>
            <a:miter/>
          </a:ln>
        </p:spPr>
        <p:txBody>
          <a:bodyPr vert="horz" wrap="square" lIns="0" tIns="0" rIns="0" bIns="0" anchor="t" anchorCtr="0">
            <a:spAutoFit/>
          </a:bodyPr>
          <a:lstStyle/>
          <a:p>
            <a:pPr marL="0" indent="0" algn="l">
              <a:lnSpc>
                <a:spcPts val="1275"/>
              </a:lnSpc>
              <a:spcBef>
                <a:spcPts val="0"/>
              </a:spcBef>
              <a:spcAft>
                <a:spcPts val="0"/>
              </a:spcAft>
              <a:buNone/>
            </a:pPr>
            <a:r>
              <a:rPr lang="en-US" altLang="zh-CN" sz="1100" b="0" i="0" u="none" strike="noStrike" kern="1200" cap="none" spc="20" baseline="0">
                <a:solidFill>
                  <a:srgbClr val="2D83C3"/>
                </a:solidFill>
                <a:latin typeface="Trebuchet MS" panose="020B0603020202020204" charset="0"/>
                <a:ea typeface="SimSun" panose="02010600030101010101" pitchFamily="2" charset="-122"/>
                <a:cs typeface="Trebuchet MS" panose="020B0603020202020204" charset="0"/>
              </a:rPr>
              <a:t>3/21/202</a:t>
            </a:r>
            <a:r>
              <a:rPr lang="en-US" altLang="zh-CN" sz="1100" b="0" i="0" u="none" strike="noStrike" kern="1200" cap="none" spc="10" baseline="0">
                <a:solidFill>
                  <a:srgbClr val="2D83C3"/>
                </a:solidFill>
                <a:latin typeface="Trebuchet MS" panose="020B0603020202020204" charset="0"/>
                <a:ea typeface="SimSun" panose="02010600030101010101" pitchFamily="2" charset="-122"/>
                <a:cs typeface="Trebuchet MS" panose="020B0603020202020204" charset="0"/>
              </a:rPr>
              <a:t>4</a:t>
            </a:r>
            <a:r>
              <a:rPr lang="en-US" altLang="zh-CN" sz="1100" b="0" i="0" u="none" strike="noStrike" kern="1200" cap="none" spc="0" baseline="0">
                <a:solidFill>
                  <a:srgbClr val="2D83C3"/>
                </a:solidFill>
                <a:latin typeface="Trebuchet MS" panose="020B0603020202020204" charset="0"/>
                <a:ea typeface="SimSun" panose="02010600030101010101" pitchFamily="2" charset="-122"/>
                <a:cs typeface="Trebuchet MS" panose="020B0603020202020204" charset="0"/>
              </a:rPr>
              <a:t> </a:t>
            </a:r>
            <a:r>
              <a:rPr lang="en-US" altLang="zh-CN" sz="1100" b="0" i="0" u="none" strike="noStrike" kern="1200" cap="none" spc="130" baseline="0">
                <a:solidFill>
                  <a:srgbClr val="2D83C3"/>
                </a:solidFill>
                <a:latin typeface="Trebuchet MS" panose="020B0603020202020204" charset="0"/>
                <a:ea typeface="SimSun" panose="02010600030101010101" pitchFamily="2" charset="-122"/>
                <a:cs typeface="Trebuchet MS" panose="020B0603020202020204" charset="0"/>
              </a:rPr>
              <a:t> </a:t>
            </a:r>
            <a:r>
              <a:rPr lang="en-US" altLang="zh-CN" sz="1100" b="1" i="0" u="none" strike="noStrike" kern="1200" cap="none" spc="50" baseline="0">
                <a:solidFill>
                  <a:srgbClr val="2D83C3"/>
                </a:solidFill>
                <a:latin typeface="Trebuchet MS" panose="020B0603020202020204" charset="0"/>
                <a:ea typeface="SimSun" panose="02010600030101010101" pitchFamily="2" charset="-122"/>
                <a:cs typeface="Trebuchet MS" panose="020B0603020202020204" charset="0"/>
              </a:rPr>
              <a:t>A</a:t>
            </a:r>
            <a:r>
              <a:rPr lang="en-US" altLang="zh-CN" sz="1100" b="1" i="0" u="none" strike="noStrike" kern="1200" cap="none" spc="15" baseline="0">
                <a:solidFill>
                  <a:srgbClr val="2D83C3"/>
                </a:solidFill>
                <a:latin typeface="Trebuchet MS" panose="020B0603020202020204" charset="0"/>
                <a:ea typeface="SimSun" panose="02010600030101010101" pitchFamily="2" charset="-122"/>
                <a:cs typeface="Trebuchet MS" panose="020B0603020202020204" charset="0"/>
              </a:rPr>
              <a:t>nnu</a:t>
            </a:r>
            <a:r>
              <a:rPr lang="en-US" altLang="zh-CN" sz="1100" b="1" i="0" u="none" strike="noStrike" kern="1200" cap="none" spc="10" baseline="0">
                <a:solidFill>
                  <a:srgbClr val="2D83C3"/>
                </a:solidFill>
                <a:latin typeface="Trebuchet MS" panose="020B0603020202020204" charset="0"/>
                <a:ea typeface="SimSun" panose="02010600030101010101" pitchFamily="2" charset="-122"/>
                <a:cs typeface="Trebuchet MS" panose="020B0603020202020204" charset="0"/>
              </a:rPr>
              <a:t>al</a:t>
            </a:r>
            <a:r>
              <a:rPr lang="en-US" altLang="zh-CN" sz="1100" b="1" i="0" u="none" strike="noStrike" kern="1200" cap="none" spc="-140" baseline="0">
                <a:solidFill>
                  <a:srgbClr val="2D83C3"/>
                </a:solidFill>
                <a:latin typeface="Trebuchet MS" panose="020B0603020202020204" charset="0"/>
                <a:ea typeface="SimSun" panose="02010600030101010101" pitchFamily="2" charset="-122"/>
                <a:cs typeface="Trebuchet MS" panose="020B0603020202020204" charset="0"/>
              </a:rPr>
              <a:t> </a:t>
            </a:r>
            <a:r>
              <a:rPr lang="en-US" altLang="zh-CN" sz="1100" b="1" i="0" u="none" strike="noStrike" kern="1200" cap="none" spc="0" baseline="0">
                <a:solidFill>
                  <a:srgbClr val="2D83C3"/>
                </a:solidFill>
                <a:latin typeface="Trebuchet MS" panose="020B0603020202020204" charset="0"/>
                <a:ea typeface="SimSun" panose="02010600030101010101" pitchFamily="2" charset="-122"/>
                <a:cs typeface="Trebuchet MS" panose="020B0603020202020204" charset="0"/>
              </a:rPr>
              <a:t>R</a:t>
            </a:r>
            <a:r>
              <a:rPr lang="en-US" altLang="zh-CN" sz="1100" b="1" i="0" u="none" strike="noStrike" kern="1200" cap="none" spc="35" baseline="0">
                <a:solidFill>
                  <a:srgbClr val="2D83C3"/>
                </a:solidFill>
                <a:latin typeface="Trebuchet MS" panose="020B0603020202020204" charset="0"/>
                <a:ea typeface="SimSun" panose="02010600030101010101" pitchFamily="2" charset="-122"/>
                <a:cs typeface="Trebuchet MS" panose="020B0603020202020204" charset="0"/>
              </a:rPr>
              <a:t>e</a:t>
            </a:r>
            <a:r>
              <a:rPr lang="en-US" altLang="zh-CN" sz="1100" b="1" i="0" u="none" strike="noStrike" kern="1200" cap="none" spc="90" baseline="0">
                <a:solidFill>
                  <a:srgbClr val="2D83C3"/>
                </a:solidFill>
                <a:latin typeface="Trebuchet MS" panose="020B0603020202020204" charset="0"/>
                <a:ea typeface="SimSun" panose="02010600030101010101" pitchFamily="2" charset="-122"/>
                <a:cs typeface="Trebuchet MS" panose="020B0603020202020204" charset="0"/>
              </a:rPr>
              <a:t>v</a:t>
            </a:r>
            <a:r>
              <a:rPr lang="en-US" altLang="zh-CN" sz="1100" b="1" i="0" u="none" strike="noStrike" kern="1200" cap="none" spc="-35" baseline="0">
                <a:solidFill>
                  <a:srgbClr val="2D83C3"/>
                </a:solidFill>
                <a:latin typeface="Trebuchet MS" panose="020B0603020202020204" charset="0"/>
                <a:ea typeface="SimSun" panose="02010600030101010101" pitchFamily="2" charset="-122"/>
                <a:cs typeface="Trebuchet MS" panose="020B0603020202020204" charset="0"/>
              </a:rPr>
              <a:t>i</a:t>
            </a:r>
            <a:r>
              <a:rPr lang="en-US" altLang="zh-CN" sz="1100" b="1" i="0" u="none" strike="noStrike" kern="1200" cap="none" spc="35" baseline="0">
                <a:solidFill>
                  <a:srgbClr val="2D83C3"/>
                </a:solidFill>
                <a:latin typeface="Trebuchet MS" panose="020B0603020202020204" charset="0"/>
                <a:ea typeface="SimSun" panose="02010600030101010101" pitchFamily="2" charset="-122"/>
                <a:cs typeface="Trebuchet MS" panose="020B0603020202020204" charset="0"/>
              </a:rPr>
              <a:t>e</a:t>
            </a:r>
            <a:r>
              <a:rPr lang="en-US" altLang="zh-CN" sz="1100" b="1" i="0" u="none" strike="noStrike" kern="1200" cap="none" spc="15" baseline="0">
                <a:solidFill>
                  <a:srgbClr val="2D83C3"/>
                </a:solidFill>
                <a:latin typeface="Trebuchet MS" panose="020B0603020202020204" charset="0"/>
                <a:ea typeface="SimSun" panose="02010600030101010101" pitchFamily="2" charset="-122"/>
                <a:cs typeface="Trebuchet MS" panose="020B0603020202020204" charset="0"/>
              </a:rPr>
              <a:t>w</a:t>
            </a:r>
            <a:endParaRPr lang="zh-CN" altLang="en-US" sz="1100" b="0" i="0" u="none" strike="noStrike" kern="1200" cap="none" spc="0" baseline="0">
              <a:solidFill>
                <a:schemeClr val="tx1"/>
              </a:solidFill>
              <a:latin typeface="Trebuchet MS" panose="020B0603020202020204" charset="0"/>
              <a:ea typeface="SimSun" panose="02010600030101010101" pitchFamily="2" charset="-122"/>
              <a:cs typeface="Trebuchet MS" panose="020B0603020202020204" charset="0"/>
            </a:endParaRPr>
          </a:p>
        </p:txBody>
      </p:sp>
      <p:sp>
        <p:nvSpPr>
          <p:cNvPr id="97" name="曲线"/>
          <p:cNvSpPr/>
          <p:nvPr/>
        </p:nvSpPr>
        <p:spPr>
          <a:xfrm>
            <a:off x="7362825" y="447674"/>
            <a:ext cx="361950" cy="361950"/>
          </a:xfrm>
          <a:custGeom>
            <a:avLst/>
            <a:gdLst>
              <a:gd name="T1" fmla="*/ 0 w 21600"/>
              <a:gd name="T2" fmla="*/ 0 h 21600"/>
              <a:gd name="T3" fmla="*/ 21600 w 21600"/>
              <a:gd name="T4" fmla="*/ 21600 h 21600"/>
            </a:gdLst>
            <a:ahLst/>
            <a:cxnLst/>
            <a:rect l="T1" t="T2" r="T3" b="T4"/>
            <a:pathLst>
              <a:path w="21600" h="21600">
                <a:moveTo>
                  <a:pt x="10800" y="0"/>
                </a:moveTo>
                <a:lnTo>
                  <a:pt x="7928" y="385"/>
                </a:lnTo>
                <a:lnTo>
                  <a:pt x="5349" y="1474"/>
                </a:lnTo>
                <a:lnTo>
                  <a:pt x="3163" y="3163"/>
                </a:lnTo>
                <a:lnTo>
                  <a:pt x="1474" y="5349"/>
                </a:lnTo>
                <a:lnTo>
                  <a:pt x="385" y="7928"/>
                </a:lnTo>
                <a:lnTo>
                  <a:pt x="0" y="10800"/>
                </a:lnTo>
                <a:lnTo>
                  <a:pt x="385" y="13671"/>
                </a:lnTo>
                <a:lnTo>
                  <a:pt x="1474" y="16250"/>
                </a:lnTo>
                <a:lnTo>
                  <a:pt x="3163" y="18436"/>
                </a:lnTo>
                <a:lnTo>
                  <a:pt x="5349" y="20125"/>
                </a:lnTo>
                <a:lnTo>
                  <a:pt x="7928" y="21214"/>
                </a:lnTo>
                <a:lnTo>
                  <a:pt x="10800" y="21600"/>
                </a:lnTo>
                <a:lnTo>
                  <a:pt x="13671" y="21214"/>
                </a:lnTo>
                <a:lnTo>
                  <a:pt x="16250" y="20125"/>
                </a:lnTo>
                <a:lnTo>
                  <a:pt x="18436" y="18436"/>
                </a:lnTo>
                <a:lnTo>
                  <a:pt x="20125" y="16250"/>
                </a:lnTo>
                <a:lnTo>
                  <a:pt x="21214" y="13671"/>
                </a:lnTo>
                <a:lnTo>
                  <a:pt x="21600" y="10800"/>
                </a:lnTo>
                <a:lnTo>
                  <a:pt x="21214" y="7928"/>
                </a:lnTo>
                <a:lnTo>
                  <a:pt x="20125" y="5349"/>
                </a:lnTo>
                <a:lnTo>
                  <a:pt x="18436" y="3163"/>
                </a:lnTo>
                <a:lnTo>
                  <a:pt x="16250" y="1474"/>
                </a:lnTo>
                <a:lnTo>
                  <a:pt x="13671" y="385"/>
                </a:lnTo>
                <a:lnTo>
                  <a:pt x="10800" y="0"/>
                </a:lnTo>
                <a:close/>
              </a:path>
            </a:pathLst>
          </a:custGeom>
          <a:solidFill>
            <a:srgbClr val="EBEBEB"/>
          </a:solidFill>
          <a:ln cap="flat" cmpd="sng">
            <a:noFill/>
            <a:prstDash val="solid"/>
            <a:miter/>
          </a:ln>
        </p:spPr>
      </p:sp>
      <p:sp>
        <p:nvSpPr>
          <p:cNvPr id="98" name="曲线"/>
          <p:cNvSpPr/>
          <p:nvPr/>
        </p:nvSpPr>
        <p:spPr>
          <a:xfrm>
            <a:off x="11010900" y="5610225"/>
            <a:ext cx="647699" cy="647700"/>
          </a:xfrm>
          <a:custGeom>
            <a:avLst/>
            <a:gdLst>
              <a:gd name="T1" fmla="*/ 0 w 21600"/>
              <a:gd name="T2" fmla="*/ 0 h 21600"/>
              <a:gd name="T3" fmla="*/ 21600 w 21600"/>
              <a:gd name="T4" fmla="*/ 21600 h 21600"/>
            </a:gdLst>
            <a:ahLst/>
            <a:cxnLst/>
            <a:rect l="T1" t="T2" r="T3" b="T4"/>
            <a:pathLst>
              <a:path w="21600" h="21600">
                <a:moveTo>
                  <a:pt x="10800" y="0"/>
                </a:moveTo>
                <a:lnTo>
                  <a:pt x="9204" y="117"/>
                </a:lnTo>
                <a:lnTo>
                  <a:pt x="7681" y="457"/>
                </a:lnTo>
                <a:lnTo>
                  <a:pt x="6247" y="1003"/>
                </a:lnTo>
                <a:lnTo>
                  <a:pt x="4919" y="1739"/>
                </a:lnTo>
                <a:lnTo>
                  <a:pt x="3714" y="2649"/>
                </a:lnTo>
                <a:lnTo>
                  <a:pt x="2649" y="3714"/>
                </a:lnTo>
                <a:lnTo>
                  <a:pt x="1740" y="4919"/>
                </a:lnTo>
                <a:lnTo>
                  <a:pt x="1003" y="6247"/>
                </a:lnTo>
                <a:lnTo>
                  <a:pt x="457" y="7680"/>
                </a:lnTo>
                <a:lnTo>
                  <a:pt x="117" y="9204"/>
                </a:lnTo>
                <a:lnTo>
                  <a:pt x="0" y="10800"/>
                </a:lnTo>
                <a:lnTo>
                  <a:pt x="117" y="12395"/>
                </a:lnTo>
                <a:lnTo>
                  <a:pt x="457" y="13919"/>
                </a:lnTo>
                <a:lnTo>
                  <a:pt x="1003" y="15352"/>
                </a:lnTo>
                <a:lnTo>
                  <a:pt x="1740" y="16680"/>
                </a:lnTo>
                <a:lnTo>
                  <a:pt x="2649" y="17885"/>
                </a:lnTo>
                <a:lnTo>
                  <a:pt x="3714" y="18950"/>
                </a:lnTo>
                <a:lnTo>
                  <a:pt x="4919" y="19859"/>
                </a:lnTo>
                <a:lnTo>
                  <a:pt x="6247" y="20596"/>
                </a:lnTo>
                <a:lnTo>
                  <a:pt x="7681" y="21142"/>
                </a:lnTo>
                <a:lnTo>
                  <a:pt x="9204" y="21482"/>
                </a:lnTo>
                <a:lnTo>
                  <a:pt x="10800" y="21600"/>
                </a:lnTo>
                <a:lnTo>
                  <a:pt x="12395" y="21482"/>
                </a:lnTo>
                <a:lnTo>
                  <a:pt x="13918" y="21142"/>
                </a:lnTo>
                <a:lnTo>
                  <a:pt x="15352" y="20596"/>
                </a:lnTo>
                <a:lnTo>
                  <a:pt x="16680" y="19859"/>
                </a:lnTo>
                <a:lnTo>
                  <a:pt x="17885" y="18950"/>
                </a:lnTo>
                <a:lnTo>
                  <a:pt x="18950" y="17885"/>
                </a:lnTo>
                <a:lnTo>
                  <a:pt x="19859" y="16680"/>
                </a:lnTo>
                <a:lnTo>
                  <a:pt x="20595" y="15352"/>
                </a:lnTo>
                <a:lnTo>
                  <a:pt x="21142" y="13919"/>
                </a:lnTo>
                <a:lnTo>
                  <a:pt x="21482" y="12395"/>
                </a:lnTo>
                <a:lnTo>
                  <a:pt x="21600" y="10800"/>
                </a:lnTo>
                <a:lnTo>
                  <a:pt x="21482" y="9204"/>
                </a:lnTo>
                <a:lnTo>
                  <a:pt x="21142" y="7680"/>
                </a:lnTo>
                <a:lnTo>
                  <a:pt x="20595" y="6247"/>
                </a:lnTo>
                <a:lnTo>
                  <a:pt x="19859" y="4919"/>
                </a:lnTo>
                <a:lnTo>
                  <a:pt x="18950" y="3714"/>
                </a:lnTo>
                <a:lnTo>
                  <a:pt x="17885" y="2649"/>
                </a:lnTo>
                <a:lnTo>
                  <a:pt x="16680" y="1739"/>
                </a:lnTo>
                <a:lnTo>
                  <a:pt x="15352" y="1003"/>
                </a:lnTo>
                <a:lnTo>
                  <a:pt x="13918" y="457"/>
                </a:lnTo>
                <a:lnTo>
                  <a:pt x="12395" y="117"/>
                </a:lnTo>
                <a:lnTo>
                  <a:pt x="10800" y="0"/>
                </a:lnTo>
                <a:close/>
              </a:path>
            </a:pathLst>
          </a:custGeom>
          <a:solidFill>
            <a:srgbClr val="2D83C3"/>
          </a:solidFill>
          <a:ln cap="flat" cmpd="sng">
            <a:noFill/>
            <a:prstDash val="solid"/>
            <a:miter/>
          </a:ln>
        </p:spPr>
      </p:sp>
      <p:pic>
        <p:nvPicPr>
          <p:cNvPr id="99" name="图片"/>
          <p:cNvPicPr/>
          <p:nvPr/>
        </p:nvPicPr>
        <p:blipFill>
          <a:blip r:embed="rId1" cstate="print"/>
          <a:stretch>
            <a:fillRect/>
          </a:stretch>
        </p:blipFill>
        <p:spPr>
          <a:xfrm>
            <a:off x="10687050" y="6134100"/>
            <a:ext cx="247649" cy="247650"/>
          </a:xfrm>
          <a:prstGeom prst="rect">
            <a:avLst/>
          </a:prstGeom>
          <a:noFill/>
          <a:ln w="12700" cap="flat" cmpd="sng">
            <a:noFill/>
            <a:prstDash val="solid"/>
            <a:miter/>
          </a:ln>
        </p:spPr>
      </p:pic>
      <p:grpSp>
        <p:nvGrpSpPr>
          <p:cNvPr id="102" name="组合"/>
          <p:cNvGrpSpPr/>
          <p:nvPr/>
        </p:nvGrpSpPr>
        <p:grpSpPr>
          <a:xfrm>
            <a:off x="47625" y="3819523"/>
            <a:ext cx="4124324" cy="3009897"/>
            <a:chOff x="47625" y="3819523"/>
            <a:chExt cx="4124324" cy="3009897"/>
          </a:xfrm>
        </p:grpSpPr>
        <p:pic>
          <p:nvPicPr>
            <p:cNvPr id="100" name="图片"/>
            <p:cNvPicPr/>
            <p:nvPr/>
          </p:nvPicPr>
          <p:blipFill>
            <a:blip r:embed="rId2" cstate="print"/>
            <a:stretch>
              <a:fillRect/>
            </a:stretch>
          </p:blipFill>
          <p:spPr>
            <a:xfrm>
              <a:off x="466725" y="6410325"/>
              <a:ext cx="3705224" cy="295275"/>
            </a:xfrm>
            <a:prstGeom prst="rect">
              <a:avLst/>
            </a:prstGeom>
            <a:noFill/>
            <a:ln w="12700" cap="flat" cmpd="sng">
              <a:noFill/>
              <a:prstDash val="solid"/>
              <a:miter/>
            </a:ln>
          </p:spPr>
        </p:pic>
        <p:pic>
          <p:nvPicPr>
            <p:cNvPr id="101" name="图片"/>
            <p:cNvPicPr/>
            <p:nvPr/>
          </p:nvPicPr>
          <p:blipFill>
            <a:blip r:embed="rId3" cstate="print"/>
            <a:stretch>
              <a:fillRect/>
            </a:stretch>
          </p:blipFill>
          <p:spPr>
            <a:xfrm>
              <a:off x="47625" y="3819523"/>
              <a:ext cx="1733550" cy="3009897"/>
            </a:xfrm>
            <a:prstGeom prst="rect">
              <a:avLst/>
            </a:prstGeom>
            <a:noFill/>
            <a:ln w="12700" cap="flat" cmpd="sng">
              <a:noFill/>
              <a:prstDash val="solid"/>
              <a:miter/>
            </a:ln>
          </p:spPr>
        </p:pic>
      </p:grpSp>
      <p:sp>
        <p:nvSpPr>
          <p:cNvPr id="103" name="文本框"/>
          <p:cNvSpPr>
            <a:spLocks noGrp="1"/>
          </p:cNvSpPr>
          <p:nvPr>
            <p:ph type="title"/>
          </p:nvPr>
        </p:nvSpPr>
        <p:spPr>
          <a:xfrm>
            <a:off x="739774" y="445387"/>
            <a:ext cx="2357120" cy="737235"/>
          </a:xfrm>
          <a:prstGeom prst="rect">
            <a:avLst/>
          </a:prstGeom>
          <a:noFill/>
          <a:ln w="12700" cap="flat" cmpd="sng">
            <a:noFill/>
            <a:prstDash val="solid"/>
            <a:miter/>
          </a:ln>
        </p:spPr>
        <p:txBody>
          <a:bodyPr vert="horz" wrap="square" lIns="0" tIns="13334" rIns="0" bIns="0" anchor="t" anchorCtr="0">
            <a:spAutoFit/>
          </a:bodyPr>
          <a:lstStyle/>
          <a:p>
            <a:pPr marL="12700" indent="0" algn="l">
              <a:lnSpc>
                <a:spcPct val="100000"/>
              </a:lnSpc>
              <a:spcBef>
                <a:spcPts val="105"/>
              </a:spcBef>
              <a:spcAft>
                <a:spcPts val="0"/>
              </a:spcAft>
              <a:buNone/>
            </a:pPr>
            <a:r>
              <a:rPr lang="en-US" altLang="zh-CN" sz="4800" b="1" i="0" u="none" strike="noStrike" kern="0" cap="none" spc="25" baseline="0">
                <a:solidFill>
                  <a:schemeClr val="tx1"/>
                </a:solidFill>
                <a:latin typeface="Trebuchet MS" panose="020B0603020202020204" charset="0"/>
                <a:ea typeface="SimSun" panose="02010600030101010101" pitchFamily="2" charset="-122"/>
                <a:cs typeface="Trebuchet MS" panose="020B0603020202020204" charset="0"/>
              </a:rPr>
              <a:t>A</a:t>
            </a:r>
            <a:r>
              <a:rPr lang="en-US" altLang="zh-CN" sz="4800" b="1" i="0" u="none" strike="noStrike" kern="0" cap="none" spc="-5" baseline="0">
                <a:solidFill>
                  <a:schemeClr val="tx1"/>
                </a:solidFill>
                <a:latin typeface="Trebuchet MS" panose="020B0603020202020204" charset="0"/>
                <a:ea typeface="SimSun" panose="02010600030101010101" pitchFamily="2" charset="-122"/>
                <a:cs typeface="Trebuchet MS" panose="020B0603020202020204" charset="0"/>
              </a:rPr>
              <a:t>G</a:t>
            </a:r>
            <a:r>
              <a:rPr lang="en-US" altLang="zh-CN" sz="4800" b="1" i="0" u="none" strike="noStrike" kern="0" cap="none" spc="-35" baseline="0">
                <a:solidFill>
                  <a:schemeClr val="tx1"/>
                </a:solidFill>
                <a:latin typeface="Trebuchet MS" panose="020B0603020202020204" charset="0"/>
                <a:ea typeface="SimSun" panose="02010600030101010101" pitchFamily="2" charset="-122"/>
                <a:cs typeface="Trebuchet MS" panose="020B0603020202020204" charset="0"/>
              </a:rPr>
              <a:t>E</a:t>
            </a:r>
            <a:r>
              <a:rPr lang="en-US" altLang="zh-CN" sz="4800" b="1" i="0" u="none" strike="noStrike" kern="0" cap="none" spc="15" baseline="0">
                <a:solidFill>
                  <a:schemeClr val="tx1"/>
                </a:solidFill>
                <a:latin typeface="Trebuchet MS" panose="020B0603020202020204" charset="0"/>
                <a:ea typeface="SimSun" panose="02010600030101010101" pitchFamily="2" charset="-122"/>
                <a:cs typeface="Trebuchet MS" panose="020B0603020202020204" charset="0"/>
              </a:rPr>
              <a:t>N</a:t>
            </a:r>
            <a:r>
              <a:rPr lang="en-US" altLang="zh-CN" sz="4800" b="1" i="0" u="none" strike="noStrike" kern="0" cap="none" spc="0" baseline="0">
                <a:solidFill>
                  <a:schemeClr val="tx1"/>
                </a:solidFill>
                <a:latin typeface="Trebuchet MS" panose="020B0603020202020204" charset="0"/>
                <a:ea typeface="SimSun" panose="02010600030101010101" pitchFamily="2" charset="-122"/>
                <a:cs typeface="Trebuchet MS" panose="020B0603020202020204" charset="0"/>
              </a:rPr>
              <a:t>DA</a:t>
            </a:r>
            <a:endParaRPr lang="zh-CN" altLang="en-US" sz="4800" b="1" i="0" u="none" strike="noStrike" kern="0" cap="none" spc="0" baseline="0">
              <a:solidFill>
                <a:schemeClr val="tx1"/>
              </a:solidFill>
              <a:latin typeface="Trebuchet MS" panose="020B0603020202020204" charset="0"/>
              <a:ea typeface="SimSun" panose="02010600030101010101" pitchFamily="2" charset="-122"/>
              <a:cs typeface="Trebuchet MS" panose="020B0603020202020204" charset="0"/>
            </a:endParaRPr>
          </a:p>
        </p:txBody>
      </p:sp>
      <p:sp>
        <p:nvSpPr>
          <p:cNvPr id="104" name="文本框"/>
          <p:cNvSpPr>
            <a:spLocks noGrp="1"/>
          </p:cNvSpPr>
          <p:nvPr>
            <p:ph type="sldNum" idx="7"/>
          </p:nvPr>
        </p:nvSpPr>
        <p:spPr>
          <a:xfrm>
            <a:off x="11353418" y="6473336"/>
            <a:ext cx="151129" cy="168909"/>
          </a:xfrm>
          <a:prstGeom prst="rect">
            <a:avLst/>
          </a:prstGeom>
          <a:noFill/>
          <a:ln cap="flat" cmpd="sng">
            <a:noFill/>
            <a:prstDash val="solid"/>
            <a:miter/>
          </a:ln>
        </p:spPr>
        <p:txBody>
          <a:bodyPr vert="horz" wrap="square" lIns="0" tIns="6985" rIns="0" bIns="0" anchor="t" anchorCtr="0">
            <a:spAutoFit/>
          </a:bodyPr>
          <a:lstStyle/>
          <a:p>
            <a:pPr marL="38100" indent="0" algn="l">
              <a:lnSpc>
                <a:spcPct val="100000"/>
              </a:lnSpc>
              <a:spcBef>
                <a:spcPts val="55"/>
              </a:spcBef>
              <a:spcAft>
                <a:spcPts val="0"/>
              </a:spcAft>
              <a:buNone/>
            </a:pPr>
            <a:fld id="{CAD2D6BD-DE1B-4B5F-8B41-2702339687B9}" type="slidenum">
              <a:rPr lang="en-US" altLang="zh-CN" sz="1100" b="0" i="0" u="none" strike="noStrike" kern="1200" cap="none" spc="10" baseline="0">
                <a:solidFill>
                  <a:srgbClr val="2D936B"/>
                </a:solidFill>
                <a:latin typeface="Trebuchet MS" panose="020B0603020202020204" charset="0"/>
                <a:ea typeface="SimSun" panose="02010600030101010101" pitchFamily="2" charset="-122"/>
                <a:cs typeface="Trebuchet MS" panose="020B0603020202020204" charset="0"/>
              </a:rPr>
            </a:fld>
            <a:endParaRPr lang="zh-CN" altLang="en-US" sz="1100" b="0" i="0" u="none" strike="noStrike" kern="1200" cap="none" spc="10" baseline="0">
              <a:solidFill>
                <a:srgbClr val="2D936B"/>
              </a:solidFill>
              <a:latin typeface="Trebuchet MS" panose="020B0603020202020204" charset="0"/>
              <a:ea typeface="SimSun" panose="02010600030101010101" pitchFamily="2" charset="-122"/>
              <a:cs typeface="Trebuchet MS" panose="020B0603020202020204" charset="0"/>
            </a:endParaRPr>
          </a:p>
        </p:txBody>
      </p:sp>
      <p:sp>
        <p:nvSpPr>
          <p:cNvPr id="105" name="矩形"/>
          <p:cNvSpPr/>
          <p:nvPr/>
        </p:nvSpPr>
        <p:spPr>
          <a:xfrm>
            <a:off x="2509806" y="1041533"/>
            <a:ext cx="5029200" cy="4377689"/>
          </a:xfrm>
          <a:prstGeom prst="rect">
            <a:avLst/>
          </a:prstGeom>
          <a:noFill/>
          <a:ln w="12700" cap="flat" cmpd="sng">
            <a:noFill/>
            <a:prstDash val="solid"/>
            <a:miter/>
          </a:ln>
        </p:spPr>
        <p:txBody>
          <a:bodyPr vert="horz" wrap="square" lIns="91440" tIns="45720" rIns="91440" bIns="45720" anchor="t" anchorCtr="0">
            <a:spAutoFit/>
          </a:bodyPr>
          <a:lstStyle/>
          <a:p>
            <a:pPr marL="0" indent="0" algn="l">
              <a:lnSpc>
                <a:spcPct val="100000"/>
              </a:lnSpc>
              <a:spcBef>
                <a:spcPts val="0"/>
              </a:spcBef>
              <a:spcAft>
                <a:spcPts val="0"/>
              </a:spcAft>
              <a:buNone/>
            </a:pPr>
            <a:endParaRPr lang="en-US" altLang="zh-CN" sz="2800" b="0" i="0" u="none" strike="noStrike" kern="1200" cap="none" spc="0" baseline="0">
              <a:solidFill>
                <a:srgbClr val="0D0D0D"/>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ClrTx/>
              <a:buAutoNum type="arabicPeriod"/>
            </a:pPr>
            <a:r>
              <a:rPr lang="en-US" altLang="zh-CN" sz="2800" b="0" i="0" u="none" strike="noStrike" kern="1200" cap="none" spc="0" baseline="0">
                <a:solidFill>
                  <a:srgbClr val="0D0D0D"/>
                </a:solidFill>
                <a:latin typeface="Times New Roman" panose="02020603050405020304" pitchFamily="18" charset="0"/>
                <a:ea typeface="SimSun" panose="02010600030101010101" pitchFamily="2" charset="-122"/>
                <a:cs typeface="Times New Roman" panose="02020603050405020304" pitchFamily="18" charset="0"/>
              </a:rPr>
              <a:t>Problem Statement</a:t>
            </a:r>
            <a:endParaRPr lang="en-US" altLang="zh-CN" sz="2800" b="0" i="0" u="none" strike="noStrike" kern="1200" cap="none" spc="0" baseline="0">
              <a:solidFill>
                <a:srgbClr val="0D0D0D"/>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ClrTx/>
              <a:buAutoNum type="arabicPeriod"/>
            </a:pPr>
            <a:r>
              <a:rPr lang="en-US" altLang="zh-CN" sz="2800" b="0" i="0" u="none" strike="noStrike" kern="1200" cap="none" spc="0" baseline="0">
                <a:solidFill>
                  <a:srgbClr val="0D0D0D"/>
                </a:solidFill>
                <a:latin typeface="Times New Roman" panose="02020603050405020304" pitchFamily="18" charset="0"/>
                <a:ea typeface="SimSun" panose="02010600030101010101" pitchFamily="2" charset="-122"/>
                <a:cs typeface="Times New Roman" panose="02020603050405020304" pitchFamily="18" charset="0"/>
              </a:rPr>
              <a:t>Project Overview</a:t>
            </a:r>
            <a:endParaRPr lang="en-US" altLang="zh-CN" sz="2800" b="0" i="0" u="none" strike="noStrike" kern="1200" cap="none" spc="0" baseline="0">
              <a:solidFill>
                <a:srgbClr val="0D0D0D"/>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ClrTx/>
              <a:buAutoNum type="arabicPeriod"/>
            </a:pPr>
            <a:r>
              <a:rPr lang="en-US" altLang="zh-CN" sz="2800" b="0" i="0" u="none" strike="noStrike" kern="1200" cap="none" spc="0" baseline="0">
                <a:solidFill>
                  <a:srgbClr val="0D0D0D"/>
                </a:solidFill>
                <a:latin typeface="Times New Roman" panose="02020603050405020304" pitchFamily="18" charset="0"/>
                <a:ea typeface="SimSun" panose="02010600030101010101" pitchFamily="2" charset="-122"/>
                <a:cs typeface="Times New Roman" panose="02020603050405020304" pitchFamily="18" charset="0"/>
              </a:rPr>
              <a:t>End Users</a:t>
            </a:r>
            <a:endParaRPr lang="en-US" altLang="zh-CN" sz="2800" b="0" i="0" u="none" strike="noStrike" kern="1200" cap="none" spc="0" baseline="0">
              <a:solidFill>
                <a:srgbClr val="0D0D0D"/>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ClrTx/>
              <a:buAutoNum type="arabicPeriod"/>
            </a:pPr>
            <a:r>
              <a:rPr lang="en-US" altLang="zh-CN" sz="2800" b="0" i="0" u="none" strike="noStrike" kern="1200" cap="none" spc="0" baseline="0">
                <a:solidFill>
                  <a:srgbClr val="0D0D0D"/>
                </a:solidFill>
                <a:latin typeface="Times New Roman" panose="02020603050405020304" pitchFamily="18" charset="0"/>
                <a:ea typeface="SimSun" panose="02010600030101010101" pitchFamily="2" charset="-122"/>
                <a:cs typeface="Times New Roman" panose="02020603050405020304" pitchFamily="18" charset="0"/>
              </a:rPr>
              <a:t>Our Solution and Proposition</a:t>
            </a:r>
            <a:endParaRPr lang="en-US" altLang="zh-CN" sz="2800" b="0" i="0" u="none" strike="noStrike" kern="1200" cap="none" spc="0" baseline="0">
              <a:solidFill>
                <a:srgbClr val="0D0D0D"/>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ClrTx/>
              <a:buAutoNum type="arabicPeriod"/>
            </a:pPr>
            <a:r>
              <a:rPr lang="en-US" altLang="zh-CN" sz="2800" b="0" i="0" u="none" strike="noStrike" kern="1200" cap="none" spc="0" baseline="0">
                <a:solidFill>
                  <a:srgbClr val="0D0D0D"/>
                </a:solidFill>
                <a:latin typeface="Times New Roman" panose="02020603050405020304" pitchFamily="18" charset="0"/>
                <a:ea typeface="SimSun" panose="02010600030101010101" pitchFamily="2" charset="-122"/>
                <a:cs typeface="Times New Roman" panose="02020603050405020304" pitchFamily="18" charset="0"/>
              </a:rPr>
              <a:t>Dataset Description</a:t>
            </a:r>
            <a:endParaRPr lang="en-US" altLang="zh-CN" sz="2800" b="0" i="0" u="none" strike="noStrike" kern="1200" cap="none" spc="0" baseline="0">
              <a:solidFill>
                <a:srgbClr val="0D0D0D"/>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ClrTx/>
              <a:buAutoNum type="arabicPeriod"/>
            </a:pPr>
            <a:r>
              <a:rPr lang="en-US" altLang="zh-CN" sz="2800" b="0" i="0" u="none" strike="noStrike" kern="1200" cap="none" spc="0" baseline="0">
                <a:solidFill>
                  <a:srgbClr val="0D0D0D"/>
                </a:solidFill>
                <a:latin typeface="Times New Roman" panose="02020603050405020304" pitchFamily="18" charset="0"/>
                <a:ea typeface="SimSun" panose="02010600030101010101" pitchFamily="2" charset="-122"/>
                <a:cs typeface="Times New Roman" panose="02020603050405020304" pitchFamily="18" charset="0"/>
              </a:rPr>
              <a:t>Modelling Approach</a:t>
            </a:r>
            <a:endParaRPr lang="en-US" altLang="zh-CN" sz="2800" b="0" i="0" u="none" strike="noStrike" kern="1200" cap="none" spc="0" baseline="0">
              <a:solidFill>
                <a:srgbClr val="0D0D0D"/>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ClrTx/>
              <a:buAutoNum type="arabicPeriod"/>
            </a:pPr>
            <a:r>
              <a:rPr lang="en-US" altLang="zh-CN" sz="2800" b="0" i="0" u="none" strike="noStrike" kern="1200" cap="none" spc="0" baseline="0">
                <a:solidFill>
                  <a:srgbClr val="0D0D0D"/>
                </a:solidFill>
                <a:latin typeface="Times New Roman" panose="02020603050405020304" pitchFamily="18" charset="0"/>
                <a:ea typeface="SimSun" panose="02010600030101010101" pitchFamily="2" charset="-122"/>
                <a:cs typeface="Times New Roman" panose="02020603050405020304" pitchFamily="18" charset="0"/>
              </a:rPr>
              <a:t>Results and Discussion</a:t>
            </a:r>
            <a:endParaRPr lang="en-US" altLang="zh-CN" sz="2800" b="0" i="0" u="none" strike="noStrike" kern="1200" cap="none" spc="0" baseline="0">
              <a:solidFill>
                <a:srgbClr val="0D0D0D"/>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ClrTx/>
              <a:buAutoNum type="arabicPeriod"/>
            </a:pPr>
            <a:r>
              <a:rPr lang="en-US" altLang="zh-CN" sz="2800" b="0" i="0" u="none" strike="noStrike" kern="1200" cap="none" spc="0" baseline="0">
                <a:solidFill>
                  <a:srgbClr val="0D0D0D"/>
                </a:solidFill>
                <a:latin typeface="Times New Roman" panose="02020603050405020304" pitchFamily="18" charset="0"/>
                <a:ea typeface="SimSun" panose="02010600030101010101" pitchFamily="2" charset="-122"/>
                <a:cs typeface="Times New Roman" panose="02020603050405020304" pitchFamily="18" charset="0"/>
              </a:rPr>
              <a:t>Conclusion</a:t>
            </a:r>
            <a:endParaRPr lang="en-US" altLang="zh-CN" sz="2800" b="0" i="0" u="none" strike="noStrike" kern="1200" cap="none" spc="0" baseline="0">
              <a:solidFill>
                <a:srgbClr val="0D0D0D"/>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endParaRPr lang="zh-CN" altLang="en-US" sz="2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24" name="组合"/>
          <p:cNvGrpSpPr/>
          <p:nvPr/>
        </p:nvGrpSpPr>
        <p:grpSpPr>
          <a:xfrm>
            <a:off x="8591168" y="2895600"/>
            <a:ext cx="2762248" cy="3257550"/>
            <a:chOff x="8591168" y="2895600"/>
            <a:chExt cx="2762248" cy="3257550"/>
          </a:xfrm>
        </p:grpSpPr>
        <p:sp>
          <p:nvSpPr>
            <p:cNvPr id="121" name="曲线"/>
            <p:cNvSpPr/>
            <p:nvPr/>
          </p:nvSpPr>
          <p:spPr>
            <a:xfrm>
              <a:off x="9953243" y="5324475"/>
              <a:ext cx="457198" cy="457200"/>
            </a:xfrm>
            <a:custGeom>
              <a:avLst/>
              <a:gdLst>
                <a:gd name="T1" fmla="*/ 0 w 21600"/>
                <a:gd name="T2" fmla="*/ 0 h 21600"/>
                <a:gd name="T3" fmla="*/ 21600 w 21600"/>
                <a:gd name="T4" fmla="*/ 21600 h 21600"/>
              </a:gdLst>
              <a:ahLst/>
              <a:cxnLst/>
              <a:rect l="T1" t="T2" r="T3" b="T4"/>
              <a:pathLst>
                <a:path w="21600" h="21600">
                  <a:moveTo>
                    <a:pt x="21600" y="0"/>
                  </a:moveTo>
                  <a:lnTo>
                    <a:pt x="0" y="0"/>
                  </a:lnTo>
                  <a:lnTo>
                    <a:pt x="0" y="21599"/>
                  </a:lnTo>
                  <a:lnTo>
                    <a:pt x="21600" y="21599"/>
                  </a:lnTo>
                  <a:lnTo>
                    <a:pt x="21600" y="0"/>
                  </a:lnTo>
                  <a:close/>
                </a:path>
              </a:pathLst>
            </a:custGeom>
            <a:solidFill>
              <a:srgbClr val="42AF51"/>
            </a:solidFill>
            <a:ln cap="flat" cmpd="sng">
              <a:noFill/>
              <a:prstDash val="solid"/>
              <a:miter/>
            </a:ln>
          </p:spPr>
        </p:sp>
        <p:sp>
          <p:nvSpPr>
            <p:cNvPr id="122" name="曲线"/>
            <p:cNvSpPr/>
            <p:nvPr/>
          </p:nvSpPr>
          <p:spPr>
            <a:xfrm>
              <a:off x="9953243" y="5857874"/>
              <a:ext cx="180974" cy="180975"/>
            </a:xfrm>
            <a:custGeom>
              <a:avLst/>
              <a:gdLst>
                <a:gd name="T1" fmla="*/ 0 w 21600"/>
                <a:gd name="T2" fmla="*/ 0 h 21600"/>
                <a:gd name="T3" fmla="*/ 21600 w 21600"/>
                <a:gd name="T4" fmla="*/ 21600 h 21600"/>
              </a:gdLst>
              <a:ahLst/>
              <a:cxnLst/>
              <a:rect l="T1" t="T2" r="T3" b="T4"/>
              <a:pathLst>
                <a:path w="21600" h="21600">
                  <a:moveTo>
                    <a:pt x="21600" y="0"/>
                  </a:moveTo>
                  <a:lnTo>
                    <a:pt x="0" y="0"/>
                  </a:lnTo>
                  <a:lnTo>
                    <a:pt x="0" y="21599"/>
                  </a:lnTo>
                  <a:lnTo>
                    <a:pt x="21600" y="21599"/>
                  </a:lnTo>
                  <a:lnTo>
                    <a:pt x="21600" y="0"/>
                  </a:lnTo>
                  <a:close/>
                </a:path>
              </a:pathLst>
            </a:custGeom>
            <a:solidFill>
              <a:srgbClr val="2D936B"/>
            </a:solidFill>
            <a:ln cap="flat" cmpd="sng">
              <a:noFill/>
              <a:prstDash val="solid"/>
              <a:miter/>
            </a:ln>
          </p:spPr>
        </p:sp>
        <p:pic>
          <p:nvPicPr>
            <p:cNvPr id="123" name="图片"/>
            <p:cNvPicPr/>
            <p:nvPr/>
          </p:nvPicPr>
          <p:blipFill>
            <a:blip r:embed="rId1" cstate="print"/>
            <a:stretch>
              <a:fillRect/>
            </a:stretch>
          </p:blipFill>
          <p:spPr>
            <a:xfrm>
              <a:off x="8591168" y="2895600"/>
              <a:ext cx="2762248" cy="3257550"/>
            </a:xfrm>
            <a:prstGeom prst="rect">
              <a:avLst/>
            </a:prstGeom>
            <a:noFill/>
            <a:ln w="12700" cap="flat" cmpd="sng">
              <a:noFill/>
              <a:prstDash val="solid"/>
              <a:miter/>
            </a:ln>
          </p:spPr>
        </p:pic>
      </p:grpSp>
      <p:sp>
        <p:nvSpPr>
          <p:cNvPr id="125" name="曲线"/>
          <p:cNvSpPr/>
          <p:nvPr/>
        </p:nvSpPr>
        <p:spPr>
          <a:xfrm>
            <a:off x="6696075" y="1695450"/>
            <a:ext cx="314324" cy="323850"/>
          </a:xfrm>
          <a:custGeom>
            <a:avLst/>
            <a:gdLst>
              <a:gd name="T1" fmla="*/ 0 w 21600"/>
              <a:gd name="T2" fmla="*/ 0 h 21600"/>
              <a:gd name="T3" fmla="*/ 21600 w 21600"/>
              <a:gd name="T4" fmla="*/ 21600 h 21600"/>
            </a:gdLst>
            <a:ahLst/>
            <a:cxnLst/>
            <a:rect l="T1" t="T2" r="T3" b="T4"/>
            <a:pathLst>
              <a:path w="21600" h="21600">
                <a:moveTo>
                  <a:pt x="21600" y="0"/>
                </a:moveTo>
                <a:lnTo>
                  <a:pt x="0" y="0"/>
                </a:lnTo>
                <a:lnTo>
                  <a:pt x="0" y="21600"/>
                </a:lnTo>
                <a:lnTo>
                  <a:pt x="21600" y="21600"/>
                </a:lnTo>
                <a:lnTo>
                  <a:pt x="21600" y="0"/>
                </a:lnTo>
                <a:close/>
              </a:path>
            </a:pathLst>
          </a:custGeom>
          <a:solidFill>
            <a:srgbClr val="2D83C3"/>
          </a:solidFill>
          <a:ln cap="flat" cmpd="sng">
            <a:noFill/>
            <a:prstDash val="solid"/>
            <a:miter/>
          </a:ln>
        </p:spPr>
      </p:sp>
      <p:sp>
        <p:nvSpPr>
          <p:cNvPr id="126" name="文本框"/>
          <p:cNvSpPr>
            <a:spLocks noGrp="1"/>
          </p:cNvSpPr>
          <p:nvPr>
            <p:ph type="title"/>
          </p:nvPr>
        </p:nvSpPr>
        <p:spPr>
          <a:xfrm>
            <a:off x="755332" y="385444"/>
            <a:ext cx="10681335" cy="664210"/>
          </a:xfrm>
          <a:prstGeom prst="rect">
            <a:avLst/>
          </a:prstGeom>
          <a:noFill/>
          <a:ln w="12700" cap="flat" cmpd="sng">
            <a:noFill/>
            <a:prstDash val="solid"/>
            <a:miter/>
          </a:ln>
        </p:spPr>
        <p:txBody>
          <a:bodyPr vert="horz" wrap="square" lIns="0" tIns="16510" rIns="0" bIns="0" anchor="t" anchorCtr="0">
            <a:spAutoFit/>
          </a:bodyPr>
          <a:lstStyle/>
          <a:p>
            <a:pPr marL="12700" indent="0" algn="l">
              <a:lnSpc>
                <a:spcPct val="100000"/>
              </a:lnSpc>
              <a:spcBef>
                <a:spcPts val="130"/>
              </a:spcBef>
              <a:spcAft>
                <a:spcPts val="0"/>
              </a:spcAft>
              <a:buNone/>
              <a:tabLst>
                <a:tab pos="2727960" algn="l"/>
              </a:tabLst>
            </a:pPr>
            <a:r>
              <a:rPr lang="en-US" altLang="zh-CN" sz="4250" b="1" i="0" u="none" strike="noStrike" kern="0" cap="none" spc="-20" baseline="0">
                <a:solidFill>
                  <a:schemeClr val="tx1"/>
                </a:solidFill>
                <a:latin typeface="Trebuchet MS" panose="020B0603020202020204" charset="0"/>
                <a:ea typeface="SimSun" panose="02010600030101010101" pitchFamily="2" charset="-122"/>
                <a:cs typeface="Trebuchet MS" panose="020B0603020202020204" charset="0"/>
              </a:rPr>
              <a:t>P</a:t>
            </a:r>
            <a:r>
              <a:rPr lang="en-US" altLang="zh-CN" sz="4250" b="1" i="0" u="none" strike="noStrike" kern="0" cap="none" spc="15" baseline="0">
                <a:solidFill>
                  <a:schemeClr val="tx1"/>
                </a:solidFill>
                <a:latin typeface="Trebuchet MS" panose="020B0603020202020204" charset="0"/>
                <a:ea typeface="SimSun" panose="02010600030101010101" pitchFamily="2" charset="-122"/>
                <a:cs typeface="Trebuchet MS" panose="020B0603020202020204" charset="0"/>
              </a:rPr>
              <a:t>ROB</a:t>
            </a:r>
            <a:r>
              <a:rPr lang="en-US" altLang="zh-CN" sz="4250" b="1" i="0" u="none" strike="noStrike" kern="0" cap="none" spc="55" baseline="0">
                <a:solidFill>
                  <a:schemeClr val="tx1"/>
                </a:solidFill>
                <a:latin typeface="Trebuchet MS" panose="020B0603020202020204" charset="0"/>
                <a:ea typeface="SimSun" panose="02010600030101010101" pitchFamily="2" charset="-122"/>
                <a:cs typeface="Trebuchet MS" panose="020B0603020202020204" charset="0"/>
              </a:rPr>
              <a:t>L</a:t>
            </a:r>
            <a:r>
              <a:rPr lang="en-US" altLang="zh-CN" sz="4250" b="1" i="0" u="none" strike="noStrike" kern="0" cap="none" spc="-20" baseline="0">
                <a:solidFill>
                  <a:schemeClr val="tx1"/>
                </a:solidFill>
                <a:latin typeface="Trebuchet MS" panose="020B0603020202020204" charset="0"/>
                <a:ea typeface="SimSun" panose="02010600030101010101" pitchFamily="2" charset="-122"/>
                <a:cs typeface="Trebuchet MS" panose="020B0603020202020204" charset="0"/>
              </a:rPr>
              <a:t>E</a:t>
            </a:r>
            <a:r>
              <a:rPr lang="en-US" altLang="zh-CN" sz="4250" b="1" i="0" u="none" strike="noStrike" kern="0" cap="none" spc="20" baseline="0">
                <a:solidFill>
                  <a:schemeClr val="tx1"/>
                </a:solidFill>
                <a:latin typeface="Trebuchet MS" panose="020B0603020202020204" charset="0"/>
                <a:ea typeface="SimSun" panose="02010600030101010101" pitchFamily="2" charset="-122"/>
                <a:cs typeface="Trebuchet MS" panose="020B0603020202020204" charset="0"/>
              </a:rPr>
              <a:t>M</a:t>
            </a:r>
            <a:r>
              <a:rPr lang="en-US" altLang="zh-CN" sz="4250" b="1" i="0" u="none" strike="noStrike" kern="0" cap="none" spc="0" baseline="0">
                <a:solidFill>
                  <a:schemeClr val="tx1"/>
                </a:solidFill>
                <a:latin typeface="Trebuchet MS" panose="020B0603020202020204" charset="0"/>
                <a:ea typeface="SimSun" panose="02010600030101010101" pitchFamily="2" charset="-122"/>
                <a:cs typeface="Trebuchet MS" panose="020B0603020202020204" charset="0"/>
              </a:rPr>
              <a:t>	</a:t>
            </a:r>
            <a:r>
              <a:rPr lang="en-US" altLang="zh-CN" sz="4250" b="1" i="0" u="none" strike="noStrike" kern="0" cap="none" spc="10" baseline="0">
                <a:solidFill>
                  <a:schemeClr val="tx1"/>
                </a:solidFill>
                <a:latin typeface="Trebuchet MS" panose="020B0603020202020204" charset="0"/>
                <a:ea typeface="SimSun" panose="02010600030101010101" pitchFamily="2" charset="-122"/>
                <a:cs typeface="Trebuchet MS" panose="020B0603020202020204" charset="0"/>
              </a:rPr>
              <a:t>S</a:t>
            </a:r>
            <a:r>
              <a:rPr lang="en-US" altLang="zh-CN" sz="4250" b="1" i="0" u="none" strike="noStrike" kern="0" cap="none" spc="-370" baseline="0">
                <a:solidFill>
                  <a:schemeClr val="tx1"/>
                </a:solidFill>
                <a:latin typeface="Trebuchet MS" panose="020B0603020202020204" charset="0"/>
                <a:ea typeface="SimSun" panose="02010600030101010101" pitchFamily="2" charset="-122"/>
                <a:cs typeface="Trebuchet MS" panose="020B0603020202020204" charset="0"/>
              </a:rPr>
              <a:t>T</a:t>
            </a:r>
            <a:r>
              <a:rPr lang="en-US" altLang="zh-CN" sz="4250" b="1" i="0" u="none" strike="noStrike" kern="0" cap="none" spc="-375" baseline="0">
                <a:solidFill>
                  <a:schemeClr val="tx1"/>
                </a:solidFill>
                <a:latin typeface="Trebuchet MS" panose="020B0603020202020204" charset="0"/>
                <a:ea typeface="SimSun" panose="02010600030101010101" pitchFamily="2" charset="-122"/>
                <a:cs typeface="Trebuchet MS" panose="020B0603020202020204" charset="0"/>
              </a:rPr>
              <a:t>A</a:t>
            </a:r>
            <a:r>
              <a:rPr lang="en-US" altLang="zh-CN" sz="4250" b="1" i="0" u="none" strike="noStrike" kern="0" cap="none" spc="15" baseline="0">
                <a:solidFill>
                  <a:schemeClr val="tx1"/>
                </a:solidFill>
                <a:latin typeface="Trebuchet MS" panose="020B0603020202020204" charset="0"/>
                <a:ea typeface="SimSun" panose="02010600030101010101" pitchFamily="2" charset="-122"/>
                <a:cs typeface="Trebuchet MS" panose="020B0603020202020204" charset="0"/>
              </a:rPr>
              <a:t>T</a:t>
            </a:r>
            <a:r>
              <a:rPr lang="en-US" altLang="zh-CN" sz="4250" b="1" i="0" u="none" strike="noStrike" kern="0" cap="none" spc="-10" baseline="0">
                <a:solidFill>
                  <a:schemeClr val="tx1"/>
                </a:solidFill>
                <a:latin typeface="Trebuchet MS" panose="020B0603020202020204" charset="0"/>
                <a:ea typeface="SimSun" panose="02010600030101010101" pitchFamily="2" charset="-122"/>
                <a:cs typeface="Trebuchet MS" panose="020B0603020202020204" charset="0"/>
              </a:rPr>
              <a:t>E</a:t>
            </a:r>
            <a:r>
              <a:rPr lang="en-US" altLang="zh-CN" sz="4250" b="1" i="0" u="none" strike="noStrike" kern="0" cap="none" spc="-20" baseline="0">
                <a:solidFill>
                  <a:schemeClr val="tx1"/>
                </a:solidFill>
                <a:latin typeface="Trebuchet MS" panose="020B0603020202020204" charset="0"/>
                <a:ea typeface="SimSun" panose="02010600030101010101" pitchFamily="2" charset="-122"/>
                <a:cs typeface="Trebuchet MS" panose="020B0603020202020204" charset="0"/>
              </a:rPr>
              <a:t>ME</a:t>
            </a:r>
            <a:r>
              <a:rPr lang="en-US" altLang="zh-CN" sz="4250" b="1" i="0" u="none" strike="noStrike" kern="0" cap="none" spc="10" baseline="0">
                <a:solidFill>
                  <a:schemeClr val="tx1"/>
                </a:solidFill>
                <a:latin typeface="Trebuchet MS" panose="020B0603020202020204" charset="0"/>
                <a:ea typeface="SimSun" panose="02010600030101010101" pitchFamily="2" charset="-122"/>
                <a:cs typeface="Trebuchet MS" panose="020B0603020202020204" charset="0"/>
              </a:rPr>
              <a:t>NT</a:t>
            </a:r>
            <a:endParaRPr lang="zh-CN" altLang="en-US" sz="4250" b="1" i="0" u="none" strike="noStrike" kern="0" cap="none" spc="0" baseline="0">
              <a:solidFill>
                <a:schemeClr val="tx1"/>
              </a:solidFill>
              <a:latin typeface="Trebuchet MS" panose="020B0603020202020204" charset="0"/>
              <a:ea typeface="SimSun" panose="02010600030101010101" pitchFamily="2" charset="-122"/>
              <a:cs typeface="Trebuchet MS" panose="020B0603020202020204" charset="0"/>
            </a:endParaRPr>
          </a:p>
        </p:txBody>
      </p:sp>
      <p:sp>
        <p:nvSpPr>
          <p:cNvPr id="127" name="文本框"/>
          <p:cNvSpPr>
            <a:spLocks noGrp="1"/>
          </p:cNvSpPr>
          <p:nvPr>
            <p:ph type="sldNum" idx="7"/>
          </p:nvPr>
        </p:nvSpPr>
        <p:spPr>
          <a:xfrm>
            <a:off x="11353418" y="6473336"/>
            <a:ext cx="151129" cy="168909"/>
          </a:xfrm>
          <a:prstGeom prst="rect">
            <a:avLst/>
          </a:prstGeom>
          <a:noFill/>
          <a:ln cap="flat" cmpd="sng">
            <a:noFill/>
            <a:prstDash val="solid"/>
            <a:miter/>
          </a:ln>
        </p:spPr>
        <p:txBody>
          <a:bodyPr vert="horz" wrap="square" lIns="0" tIns="6985" rIns="0" bIns="0" anchor="t" anchorCtr="0">
            <a:spAutoFit/>
          </a:bodyPr>
          <a:lstStyle/>
          <a:p>
            <a:pPr marL="38100" indent="0" algn="l">
              <a:lnSpc>
                <a:spcPct val="100000"/>
              </a:lnSpc>
              <a:spcBef>
                <a:spcPts val="55"/>
              </a:spcBef>
              <a:spcAft>
                <a:spcPts val="0"/>
              </a:spcAft>
              <a:buNone/>
            </a:pPr>
            <a:fld id="{CAD2D6BD-DE1B-4B5F-8B41-2702339687B9}" type="slidenum">
              <a:rPr lang="en-US" altLang="zh-CN" sz="1100" b="0" i="0" u="none" strike="noStrike" kern="1200" cap="none" spc="10" baseline="0">
                <a:solidFill>
                  <a:srgbClr val="2D936B"/>
                </a:solidFill>
                <a:latin typeface="Trebuchet MS" panose="020B0603020202020204" charset="0"/>
                <a:ea typeface="SimSun" panose="02010600030101010101" pitchFamily="2" charset="-122"/>
                <a:cs typeface="Trebuchet MS" panose="020B0603020202020204" charset="0"/>
              </a:rPr>
            </a:fld>
            <a:endParaRPr lang="zh-CN" altLang="en-US" sz="1100" b="0" i="0" u="none" strike="noStrike" kern="1200" cap="none" spc="10" baseline="0">
              <a:solidFill>
                <a:srgbClr val="2D936B"/>
              </a:solidFill>
              <a:latin typeface="Trebuchet MS" panose="020B0603020202020204" charset="0"/>
              <a:ea typeface="SimSun" panose="02010600030101010101" pitchFamily="2" charset="-122"/>
              <a:cs typeface="Trebuchet MS" panose="020B0603020202020204" charset="0"/>
            </a:endParaRPr>
          </a:p>
        </p:txBody>
      </p:sp>
      <p:pic>
        <p:nvPicPr>
          <p:cNvPr id="128" name="图片"/>
          <p:cNvPicPr/>
          <p:nvPr/>
        </p:nvPicPr>
        <p:blipFill>
          <a:blip r:embed="rId2" cstate="print"/>
          <a:stretch>
            <a:fillRect/>
          </a:stretch>
        </p:blipFill>
        <p:spPr>
          <a:xfrm>
            <a:off x="676275" y="6467475"/>
            <a:ext cx="2143125" cy="200024"/>
          </a:xfrm>
          <a:prstGeom prst="rect">
            <a:avLst/>
          </a:prstGeom>
          <a:noFill/>
          <a:ln w="12700" cap="flat" cmpd="sng">
            <a:noFill/>
            <a:prstDash val="solid"/>
            <a:miter/>
          </a:ln>
        </p:spPr>
      </p:pic>
      <p:sp>
        <p:nvSpPr>
          <p:cNvPr id="129" name="文本框"/>
          <p:cNvSpPr>
            <a:spLocks noGrp="1"/>
          </p:cNvSpPr>
          <p:nvPr>
            <p:ph type="body" idx="1"/>
          </p:nvPr>
        </p:nvSpPr>
        <p:spPr>
          <a:xfrm>
            <a:off x="304799" y="1256615"/>
            <a:ext cx="9648443" cy="5158740"/>
          </a:xfrm>
          <a:prstGeom prst="rect">
            <a:avLst/>
          </a:prstGeom>
          <a:noFill/>
          <a:ln w="12700" cap="flat" cmpd="sng">
            <a:noFill/>
            <a:prstDash val="solid"/>
            <a:round/>
          </a:ln>
        </p:spPr>
        <p:txBody>
          <a:bodyPr vert="horz" wrap="square" lIns="91440" tIns="45720" rIns="91440" bIns="45720" anchor="ctr" anchorCtr="0">
            <a:spAutoFit/>
          </a:bodyPr>
          <a:lstStyle/>
          <a:p>
            <a:pPr marL="0" indent="0" algn="l" eaLnBrk="0" fontAlgn="base" latinLnBrk="0" hangingPunct="0">
              <a:lnSpc>
                <a:spcPct val="100000"/>
              </a:lnSpc>
              <a:spcBef>
                <a:spcPts val="0"/>
              </a:spcBef>
              <a:spcAft>
                <a:spcPts val="0"/>
              </a:spcAft>
              <a:buClrTx/>
              <a:buChar char="•"/>
            </a:pPr>
            <a:r>
              <a:rPr lang="en-US" altLang="zh-CN" sz="2400" b="0" i="0" u="none" strike="noStrike" kern="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Lack of a standardized performance evaluation process leading to inconsistencies in performance assessments.</a:t>
            </a:r>
            <a:endParaRPr lang="en-US" altLang="zh-CN" sz="2400" b="0" i="0" u="none" strike="noStrike" kern="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eaLnBrk="0" fontAlgn="base" latinLnBrk="0" hangingPunct="0">
              <a:lnSpc>
                <a:spcPct val="100000"/>
              </a:lnSpc>
              <a:spcBef>
                <a:spcPts val="0"/>
              </a:spcBef>
              <a:spcAft>
                <a:spcPts val="0"/>
              </a:spcAft>
              <a:buClrTx/>
            </a:pPr>
            <a:endParaRPr lang="en-US" altLang="zh-CN" sz="2400" b="0" i="0" u="none" strike="noStrike" kern="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eaLnBrk="0" fontAlgn="base" latinLnBrk="0" hangingPunct="0">
              <a:lnSpc>
                <a:spcPct val="100000"/>
              </a:lnSpc>
              <a:spcBef>
                <a:spcPts val="0"/>
              </a:spcBef>
              <a:spcAft>
                <a:spcPts val="0"/>
              </a:spcAft>
              <a:buClrTx/>
              <a:buChar char="•"/>
            </a:pPr>
            <a:r>
              <a:rPr lang="en-US" altLang="zh-CN" sz="2400" b="0" i="0" u="none" strike="noStrike" kern="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Insufficient metrics and tools to effectively measure and analyze employee performance.</a:t>
            </a:r>
            <a:endParaRPr lang="en-US" altLang="zh-CN" sz="2400" b="0" i="0" u="none" strike="noStrike" kern="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eaLnBrk="0" fontAlgn="base" latinLnBrk="0" hangingPunct="0">
              <a:lnSpc>
                <a:spcPct val="100000"/>
              </a:lnSpc>
              <a:spcBef>
                <a:spcPts val="0"/>
              </a:spcBef>
              <a:spcAft>
                <a:spcPts val="0"/>
              </a:spcAft>
              <a:buClrTx/>
            </a:pPr>
            <a:endParaRPr lang="en-US" altLang="zh-CN" sz="2400" b="0" i="0" u="none" strike="noStrike" kern="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eaLnBrk="0" fontAlgn="base" latinLnBrk="0" hangingPunct="0">
              <a:lnSpc>
                <a:spcPct val="100000"/>
              </a:lnSpc>
              <a:spcBef>
                <a:spcPts val="0"/>
              </a:spcBef>
              <a:spcAft>
                <a:spcPts val="0"/>
              </a:spcAft>
              <a:buClrTx/>
              <a:buChar char="•"/>
            </a:pPr>
            <a:r>
              <a:rPr lang="en-US" altLang="zh-CN" sz="2400" b="0" i="0" u="none" strike="noStrike" kern="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Limited feedback mechanisms causing delays in identifying and addressing performance issues.</a:t>
            </a:r>
            <a:endParaRPr lang="en-US" altLang="zh-CN" sz="2400" b="0" i="0" u="none" strike="noStrike" kern="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eaLnBrk="0" fontAlgn="base" latinLnBrk="0" hangingPunct="0">
              <a:lnSpc>
                <a:spcPct val="100000"/>
              </a:lnSpc>
              <a:spcBef>
                <a:spcPts val="0"/>
              </a:spcBef>
              <a:spcAft>
                <a:spcPts val="0"/>
              </a:spcAft>
              <a:buClrTx/>
            </a:pPr>
            <a:endParaRPr lang="en-US" altLang="zh-CN" sz="2400" b="0" i="0" u="none" strike="noStrike" kern="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eaLnBrk="0" fontAlgn="base" latinLnBrk="0" hangingPunct="0">
              <a:lnSpc>
                <a:spcPct val="100000"/>
              </a:lnSpc>
              <a:spcBef>
                <a:spcPts val="0"/>
              </a:spcBef>
              <a:spcAft>
                <a:spcPts val="0"/>
              </a:spcAft>
              <a:buClrTx/>
              <a:buChar char="•"/>
            </a:pPr>
            <a:r>
              <a:rPr lang="en-US" altLang="zh-CN" sz="2400" b="0" i="0" u="none" strike="noStrike" kern="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Challenges in aligning individual performance goals with organizational objectives.</a:t>
            </a:r>
            <a:endParaRPr lang="en-US" altLang="zh-CN" sz="2400" b="0" i="0" u="none" strike="noStrike" kern="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eaLnBrk="0" fontAlgn="base" latinLnBrk="0" hangingPunct="0">
              <a:lnSpc>
                <a:spcPct val="100000"/>
              </a:lnSpc>
              <a:spcBef>
                <a:spcPts val="0"/>
              </a:spcBef>
              <a:spcAft>
                <a:spcPts val="0"/>
              </a:spcAft>
              <a:buClrTx/>
              <a:buChar char="•"/>
            </a:pPr>
            <a:endParaRPr lang="en-US" altLang="zh-CN" sz="2400" b="0" i="0" u="none" strike="noStrike" kern="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eaLnBrk="0" fontAlgn="base" latinLnBrk="0" hangingPunct="0">
              <a:lnSpc>
                <a:spcPct val="100000"/>
              </a:lnSpc>
              <a:spcBef>
                <a:spcPts val="0"/>
              </a:spcBef>
              <a:spcAft>
                <a:spcPts val="0"/>
              </a:spcAft>
              <a:buClrTx/>
              <a:buChar char="•"/>
            </a:pPr>
            <a:r>
              <a:rPr lang="en-US" altLang="zh-CN" sz="2400" b="0" i="0" u="none" strike="noStrike" kern="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Difficulty in identifying training needs and career development opportunities for employees. </a:t>
            </a:r>
            <a:endParaRPr lang="zh-CN" altLang="en-US" sz="2400" b="0" i="0" u="none" strike="noStrike" kern="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33" name="组合"/>
          <p:cNvGrpSpPr/>
          <p:nvPr/>
        </p:nvGrpSpPr>
        <p:grpSpPr>
          <a:xfrm>
            <a:off x="8658225" y="2647950"/>
            <a:ext cx="3533775" cy="3810000"/>
            <a:chOff x="8658225" y="2647950"/>
            <a:chExt cx="3533775" cy="3810000"/>
          </a:xfrm>
        </p:grpSpPr>
        <p:sp>
          <p:nvSpPr>
            <p:cNvPr id="130" name="曲线"/>
            <p:cNvSpPr/>
            <p:nvPr/>
          </p:nvSpPr>
          <p:spPr>
            <a:xfrm>
              <a:off x="9353550" y="5362575"/>
              <a:ext cx="457199" cy="457200"/>
            </a:xfrm>
            <a:custGeom>
              <a:avLst/>
              <a:gdLst>
                <a:gd name="T1" fmla="*/ 0 w 21600"/>
                <a:gd name="T2" fmla="*/ 0 h 21600"/>
                <a:gd name="T3" fmla="*/ 21600 w 21600"/>
                <a:gd name="T4" fmla="*/ 21600 h 21600"/>
              </a:gdLst>
              <a:ahLst/>
              <a:cxnLst/>
              <a:rect l="T1" t="T2" r="T3" b="T4"/>
              <a:pathLst>
                <a:path w="21600" h="21600">
                  <a:moveTo>
                    <a:pt x="21600" y="0"/>
                  </a:moveTo>
                  <a:lnTo>
                    <a:pt x="0" y="0"/>
                  </a:lnTo>
                  <a:lnTo>
                    <a:pt x="0" y="21600"/>
                  </a:lnTo>
                  <a:lnTo>
                    <a:pt x="21600" y="21600"/>
                  </a:lnTo>
                  <a:lnTo>
                    <a:pt x="21600" y="0"/>
                  </a:lnTo>
                  <a:close/>
                </a:path>
              </a:pathLst>
            </a:custGeom>
            <a:solidFill>
              <a:srgbClr val="42AF51"/>
            </a:solidFill>
            <a:ln cap="flat" cmpd="sng">
              <a:noFill/>
              <a:prstDash val="solid"/>
              <a:miter/>
            </a:ln>
          </p:spPr>
        </p:sp>
        <p:sp>
          <p:nvSpPr>
            <p:cNvPr id="131" name="曲线"/>
            <p:cNvSpPr/>
            <p:nvPr/>
          </p:nvSpPr>
          <p:spPr>
            <a:xfrm>
              <a:off x="9353550" y="5895975"/>
              <a:ext cx="180975" cy="180975"/>
            </a:xfrm>
            <a:custGeom>
              <a:avLst/>
              <a:gdLst>
                <a:gd name="T1" fmla="*/ 0 w 21600"/>
                <a:gd name="T2" fmla="*/ 0 h 21600"/>
                <a:gd name="T3" fmla="*/ 21600 w 21600"/>
                <a:gd name="T4" fmla="*/ 21600 h 21600"/>
              </a:gdLst>
              <a:ahLst/>
              <a:cxnLst/>
              <a:rect l="T1" t="T2" r="T3" b="T4"/>
              <a:pathLst>
                <a:path w="21600" h="21600">
                  <a:moveTo>
                    <a:pt x="21600" y="0"/>
                  </a:moveTo>
                  <a:lnTo>
                    <a:pt x="0" y="0"/>
                  </a:lnTo>
                  <a:lnTo>
                    <a:pt x="0" y="21600"/>
                  </a:lnTo>
                  <a:lnTo>
                    <a:pt x="21600" y="21600"/>
                  </a:lnTo>
                  <a:lnTo>
                    <a:pt x="21600" y="0"/>
                  </a:lnTo>
                  <a:close/>
                </a:path>
              </a:pathLst>
            </a:custGeom>
            <a:solidFill>
              <a:srgbClr val="2D936B"/>
            </a:solidFill>
            <a:ln cap="flat" cmpd="sng">
              <a:noFill/>
              <a:prstDash val="solid"/>
              <a:miter/>
            </a:ln>
          </p:spPr>
        </p:sp>
        <p:pic>
          <p:nvPicPr>
            <p:cNvPr id="132" name="图片"/>
            <p:cNvPicPr/>
            <p:nvPr/>
          </p:nvPicPr>
          <p:blipFill>
            <a:blip r:embed="rId1" cstate="print"/>
            <a:stretch>
              <a:fillRect/>
            </a:stretch>
          </p:blipFill>
          <p:spPr>
            <a:xfrm>
              <a:off x="8658225" y="2647950"/>
              <a:ext cx="3533775" cy="3810000"/>
            </a:xfrm>
            <a:prstGeom prst="rect">
              <a:avLst/>
            </a:prstGeom>
            <a:noFill/>
            <a:ln w="12700" cap="flat" cmpd="sng">
              <a:noFill/>
              <a:prstDash val="solid"/>
              <a:miter/>
            </a:ln>
          </p:spPr>
        </p:pic>
      </p:grpSp>
      <p:sp>
        <p:nvSpPr>
          <p:cNvPr id="134" name="曲线"/>
          <p:cNvSpPr/>
          <p:nvPr/>
        </p:nvSpPr>
        <p:spPr>
          <a:xfrm>
            <a:off x="6696075" y="1695450"/>
            <a:ext cx="314324" cy="323850"/>
          </a:xfrm>
          <a:custGeom>
            <a:avLst/>
            <a:gdLst>
              <a:gd name="T1" fmla="*/ 0 w 21600"/>
              <a:gd name="T2" fmla="*/ 0 h 21600"/>
              <a:gd name="T3" fmla="*/ 21600 w 21600"/>
              <a:gd name="T4" fmla="*/ 21600 h 21600"/>
            </a:gdLst>
            <a:ahLst/>
            <a:cxnLst/>
            <a:rect l="T1" t="T2" r="T3" b="T4"/>
            <a:pathLst>
              <a:path w="21600" h="21600">
                <a:moveTo>
                  <a:pt x="21600" y="0"/>
                </a:moveTo>
                <a:lnTo>
                  <a:pt x="0" y="0"/>
                </a:lnTo>
                <a:lnTo>
                  <a:pt x="0" y="21600"/>
                </a:lnTo>
                <a:lnTo>
                  <a:pt x="21600" y="21600"/>
                </a:lnTo>
                <a:lnTo>
                  <a:pt x="21600" y="0"/>
                </a:lnTo>
                <a:close/>
              </a:path>
            </a:pathLst>
          </a:custGeom>
          <a:solidFill>
            <a:srgbClr val="2D83C3"/>
          </a:solidFill>
          <a:ln cap="flat" cmpd="sng">
            <a:noFill/>
            <a:prstDash val="solid"/>
            <a:miter/>
          </a:ln>
        </p:spPr>
      </p:sp>
      <p:sp>
        <p:nvSpPr>
          <p:cNvPr id="135" name="文本框"/>
          <p:cNvSpPr>
            <a:spLocks noGrp="1"/>
          </p:cNvSpPr>
          <p:nvPr>
            <p:ph type="title"/>
          </p:nvPr>
        </p:nvSpPr>
        <p:spPr>
          <a:xfrm>
            <a:off x="739774" y="829626"/>
            <a:ext cx="5263514" cy="664209"/>
          </a:xfrm>
          <a:prstGeom prst="rect">
            <a:avLst/>
          </a:prstGeom>
          <a:noFill/>
          <a:ln w="12700" cap="flat" cmpd="sng">
            <a:noFill/>
            <a:prstDash val="solid"/>
            <a:miter/>
          </a:ln>
        </p:spPr>
        <p:txBody>
          <a:bodyPr vert="horz" wrap="square" lIns="0" tIns="16510" rIns="0" bIns="0" anchor="t" anchorCtr="0">
            <a:spAutoFit/>
          </a:bodyPr>
          <a:lstStyle/>
          <a:p>
            <a:pPr marL="12700" indent="0" algn="l">
              <a:lnSpc>
                <a:spcPct val="100000"/>
              </a:lnSpc>
              <a:spcBef>
                <a:spcPts val="130"/>
              </a:spcBef>
              <a:spcAft>
                <a:spcPts val="0"/>
              </a:spcAft>
              <a:buNone/>
              <a:tabLst>
                <a:tab pos="2642870" algn="l"/>
              </a:tabLst>
            </a:pPr>
            <a:r>
              <a:rPr lang="en-US" altLang="zh-CN" sz="4250" b="1" i="0" u="none" strike="noStrike" kern="0" cap="none" spc="5" baseline="0">
                <a:solidFill>
                  <a:schemeClr val="tx1"/>
                </a:solidFill>
                <a:latin typeface="Trebuchet MS" panose="020B0603020202020204" charset="0"/>
                <a:ea typeface="SimSun" panose="02010600030101010101" pitchFamily="2" charset="-122"/>
                <a:cs typeface="Trebuchet MS" panose="020B0603020202020204" charset="0"/>
              </a:rPr>
              <a:t>PROJECT	</a:t>
            </a:r>
            <a:r>
              <a:rPr lang="en-US" altLang="zh-CN" sz="4250" b="1" i="0" u="none" strike="noStrike" kern="0" cap="none" spc="-20" baseline="0">
                <a:solidFill>
                  <a:schemeClr val="tx1"/>
                </a:solidFill>
                <a:latin typeface="Trebuchet MS" panose="020B0603020202020204" charset="0"/>
                <a:ea typeface="SimSun" panose="02010600030101010101" pitchFamily="2" charset="-122"/>
                <a:cs typeface="Trebuchet MS" panose="020B0603020202020204" charset="0"/>
              </a:rPr>
              <a:t>OVERVIEW</a:t>
            </a:r>
            <a:endParaRPr lang="zh-CN" altLang="en-US" sz="4250" b="1" i="0" u="none" strike="noStrike" kern="0" cap="none" spc="0" baseline="0">
              <a:solidFill>
                <a:schemeClr val="tx1"/>
              </a:solidFill>
              <a:latin typeface="Trebuchet MS" panose="020B0603020202020204" charset="0"/>
              <a:ea typeface="SimSun" panose="02010600030101010101" pitchFamily="2" charset="-122"/>
              <a:cs typeface="Trebuchet MS" panose="020B0603020202020204" charset="0"/>
            </a:endParaRPr>
          </a:p>
        </p:txBody>
      </p:sp>
      <p:pic>
        <p:nvPicPr>
          <p:cNvPr id="136" name="图片"/>
          <p:cNvPicPr/>
          <p:nvPr/>
        </p:nvPicPr>
        <p:blipFill>
          <a:blip r:embed="rId2" cstate="print"/>
          <a:stretch>
            <a:fillRect/>
          </a:stretch>
        </p:blipFill>
        <p:spPr>
          <a:xfrm>
            <a:off x="676275" y="6467475"/>
            <a:ext cx="2143125" cy="200024"/>
          </a:xfrm>
          <a:prstGeom prst="rect">
            <a:avLst/>
          </a:prstGeom>
          <a:noFill/>
          <a:ln w="12700" cap="flat" cmpd="sng">
            <a:noFill/>
            <a:prstDash val="solid"/>
            <a:miter/>
          </a:ln>
        </p:spPr>
      </p:pic>
      <p:sp>
        <p:nvSpPr>
          <p:cNvPr id="137" name="文本框"/>
          <p:cNvSpPr>
            <a:spLocks noGrp="1"/>
          </p:cNvSpPr>
          <p:nvPr>
            <p:ph type="sldNum" idx="7"/>
          </p:nvPr>
        </p:nvSpPr>
        <p:spPr>
          <a:xfrm>
            <a:off x="11353418" y="6473336"/>
            <a:ext cx="151129" cy="168909"/>
          </a:xfrm>
          <a:prstGeom prst="rect">
            <a:avLst/>
          </a:prstGeom>
          <a:noFill/>
          <a:ln cap="flat" cmpd="sng">
            <a:noFill/>
            <a:prstDash val="solid"/>
            <a:miter/>
          </a:ln>
        </p:spPr>
        <p:txBody>
          <a:bodyPr vert="horz" wrap="square" lIns="0" tIns="6985" rIns="0" bIns="0" anchor="t" anchorCtr="0">
            <a:spAutoFit/>
          </a:bodyPr>
          <a:lstStyle/>
          <a:p>
            <a:pPr marL="38100" indent="0" algn="l">
              <a:lnSpc>
                <a:spcPct val="100000"/>
              </a:lnSpc>
              <a:spcBef>
                <a:spcPts val="55"/>
              </a:spcBef>
              <a:spcAft>
                <a:spcPts val="0"/>
              </a:spcAft>
              <a:buNone/>
            </a:pPr>
            <a:fld id="{CAD2D6BD-DE1B-4B5F-8B41-2702339687B9}" type="slidenum">
              <a:rPr lang="en-US" altLang="zh-CN" sz="1100" b="0" i="0" u="none" strike="noStrike" kern="1200" cap="none" spc="10" baseline="0">
                <a:solidFill>
                  <a:srgbClr val="2D936B"/>
                </a:solidFill>
                <a:latin typeface="Trebuchet MS" panose="020B0603020202020204" charset="0"/>
                <a:ea typeface="SimSun" panose="02010600030101010101" pitchFamily="2" charset="-122"/>
                <a:cs typeface="Trebuchet MS" panose="020B0603020202020204" charset="0"/>
              </a:rPr>
            </a:fld>
            <a:endParaRPr lang="zh-CN" altLang="en-US" sz="1100" b="0" i="0" u="none" strike="noStrike" kern="1200" cap="none" spc="10" baseline="0">
              <a:solidFill>
                <a:srgbClr val="2D936B"/>
              </a:solidFill>
              <a:latin typeface="Trebuchet MS" panose="020B0603020202020204" charset="0"/>
              <a:ea typeface="SimSun" panose="02010600030101010101" pitchFamily="2" charset="-122"/>
              <a:cs typeface="Trebuchet MS" panose="020B0603020202020204" charset="0"/>
            </a:endParaRPr>
          </a:p>
        </p:txBody>
      </p:sp>
      <p:sp>
        <p:nvSpPr>
          <p:cNvPr id="138" name="矩形"/>
          <p:cNvSpPr/>
          <p:nvPr/>
        </p:nvSpPr>
        <p:spPr>
          <a:xfrm>
            <a:off x="676274" y="1552634"/>
            <a:ext cx="9382125" cy="6968491"/>
          </a:xfrm>
          <a:prstGeom prst="rect">
            <a:avLst/>
          </a:prstGeom>
          <a:noFill/>
          <a:ln w="12700" cap="flat" cmpd="sng">
            <a:noFill/>
            <a:prstDash val="solid"/>
            <a:miter/>
          </a:ln>
        </p:spPr>
        <p:txBody>
          <a:bodyPr vert="horz" wrap="square" lIns="91440" tIns="45720" rIns="91440" bIns="45720" anchor="t" anchorCtr="0">
            <a:spAutoFit/>
          </a:bodyPr>
          <a:lstStyle/>
          <a:p>
            <a:pPr marL="342900" indent="-342900" algn="l" eaLnBrk="0" fontAlgn="base" latinLnBrk="0" hangingPunct="0">
              <a:lnSpc>
                <a:spcPct val="100000"/>
              </a:lnSpc>
              <a:spcBef>
                <a:spcPts val="0"/>
              </a:spcBef>
              <a:spcAft>
                <a:spcPts val="0"/>
              </a:spcAft>
              <a:buFont typeface="Arial" panose="020B0604020202020204" pitchFamily="34" charset="0"/>
              <a:buChar char="•"/>
            </a:pPr>
            <a:r>
              <a:rPr lang="en-US" altLang="zh-CN" sz="2400" b="1"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Purpose:</a:t>
            </a:r>
            <a:r>
              <a:rPr lang="en-US" altLang="zh-CN" sz="24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Evaluate and improve employee performance to align with organizational goals.</a:t>
            </a:r>
            <a:endParaRPr lang="en-US" altLang="zh-CN" sz="24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eaLnBrk="0" fontAlgn="base" latinLnBrk="0" hangingPunct="0">
              <a:lnSpc>
                <a:spcPct val="100000"/>
              </a:lnSpc>
              <a:spcBef>
                <a:spcPts val="0"/>
              </a:spcBef>
              <a:spcAft>
                <a:spcPts val="0"/>
              </a:spcAft>
              <a:buNone/>
            </a:pPr>
            <a:endParaRPr lang="en-US" altLang="zh-CN" sz="24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342900" indent="-342900" algn="l" eaLnBrk="0" fontAlgn="base" latinLnBrk="0" hangingPunct="0">
              <a:lnSpc>
                <a:spcPct val="100000"/>
              </a:lnSpc>
              <a:spcBef>
                <a:spcPts val="0"/>
              </a:spcBef>
              <a:spcAft>
                <a:spcPts val="0"/>
              </a:spcAft>
              <a:buFont typeface="Arial" panose="020B0604020202020204" pitchFamily="34" charset="0"/>
              <a:buChar char="•"/>
            </a:pPr>
            <a:r>
              <a:rPr lang="en-US" altLang="zh-CN" sz="2400" b="1"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Objectives: </a:t>
            </a:r>
            <a:r>
              <a:rPr lang="en-US" altLang="zh-CN" sz="24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Assess individual performance, identify strengths and areas for improvement, align performance with organizational goals, enhance employee development, support informed HR decisions.</a:t>
            </a:r>
            <a:endParaRPr lang="en-US" altLang="zh-CN" sz="24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eaLnBrk="0" fontAlgn="base" latinLnBrk="0" hangingPunct="0">
              <a:lnSpc>
                <a:spcPct val="100000"/>
              </a:lnSpc>
              <a:spcBef>
                <a:spcPts val="0"/>
              </a:spcBef>
              <a:spcAft>
                <a:spcPts val="0"/>
              </a:spcAft>
              <a:buNone/>
            </a:pPr>
            <a:endParaRPr lang="en-US" altLang="zh-CN" sz="24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342900" indent="-342900" algn="l" eaLnBrk="0" fontAlgn="base" latinLnBrk="0" hangingPunct="0">
              <a:lnSpc>
                <a:spcPct val="100000"/>
              </a:lnSpc>
              <a:spcBef>
                <a:spcPts val="0"/>
              </a:spcBef>
              <a:spcAft>
                <a:spcPts val="0"/>
              </a:spcAft>
              <a:buFont typeface="Arial" panose="020B0604020202020204" pitchFamily="34" charset="0"/>
              <a:buChar char="•"/>
            </a:pPr>
            <a:r>
              <a:rPr lang="en-US" altLang="zh-CN" sz="2400" b="1"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Benefits: </a:t>
            </a:r>
            <a:r>
              <a:rPr lang="en-US" altLang="zh-CN" sz="24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Improved overall performance, enhanced employee </a:t>
            </a:r>
            <a:endParaRPr lang="en-US" altLang="zh-CN" sz="24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eaLnBrk="0" fontAlgn="base" latinLnBrk="0" hangingPunct="0">
              <a:lnSpc>
                <a:spcPct val="100000"/>
              </a:lnSpc>
              <a:spcBef>
                <a:spcPts val="0"/>
              </a:spcBef>
              <a:spcAft>
                <a:spcPts val="0"/>
              </a:spcAft>
              <a:buNone/>
            </a:pPr>
            <a:r>
              <a:rPr lang="en-US" altLang="zh-CN" sz="24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development and career growth, informed HR decisions on promotions and compensation, increased employee engagement and motivation.</a:t>
            </a:r>
            <a:endParaRPr lang="en-US" altLang="zh-CN" sz="2400" b="1"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eaLnBrk="0" fontAlgn="base" latinLnBrk="0" hangingPunct="0">
              <a:lnSpc>
                <a:spcPct val="100000"/>
              </a:lnSpc>
              <a:spcBef>
                <a:spcPts val="0"/>
              </a:spcBef>
              <a:spcAft>
                <a:spcPts val="0"/>
              </a:spcAft>
              <a:buNone/>
            </a:pPr>
            <a:endParaRPr lang="en-US" altLang="zh-CN" sz="2400" b="1" i="0" u="none" strike="noStrike" kern="1200" cap="none" spc="0" baseline="0">
              <a:solidFill>
                <a:schemeClr val="tx1"/>
              </a:solidFill>
              <a:latin typeface="Calibri" panose="020F0502020204030204" charset="0"/>
              <a:ea typeface="SimSun" panose="02010600030101010101" pitchFamily="2" charset="-122"/>
              <a:cs typeface="Calibri" panose="020F0502020204030204" charset="0"/>
            </a:endParaRPr>
          </a:p>
          <a:p>
            <a:pPr marL="342900" indent="-342900" algn="l" eaLnBrk="0" fontAlgn="base" latinLnBrk="0" hangingPunct="0">
              <a:lnSpc>
                <a:spcPct val="100000"/>
              </a:lnSpc>
              <a:spcBef>
                <a:spcPts val="0"/>
              </a:spcBef>
              <a:spcAft>
                <a:spcPts val="0"/>
              </a:spcAft>
              <a:buFont typeface="Arial" panose="020B0604020202020204" pitchFamily="34" charset="0"/>
              <a:buChar char="•"/>
            </a:pPr>
            <a:r>
              <a:rPr lang="en-US" altLang="zh-CN" sz="2400" b="1" i="0" u="none" strike="noStrike" kern="1200" cap="none" spc="0" baseline="0">
                <a:solidFill>
                  <a:schemeClr val="tx1"/>
                </a:solidFill>
                <a:latin typeface="Calibri" panose="020F0502020204030204" charset="0"/>
                <a:ea typeface="SimSun" panose="02010600030101010101" pitchFamily="2" charset="-122"/>
                <a:cs typeface="Calibri" panose="020F0502020204030204" charset="0"/>
              </a:rPr>
              <a:t>Challenges:</a:t>
            </a:r>
            <a:r>
              <a:rPr lang="en-US" altLang="zh-CN" sz="2400" b="0" i="0" u="none" strike="noStrike" kern="1200" cap="none" spc="0" baseline="0">
                <a:solidFill>
                  <a:schemeClr val="tx1"/>
                </a:solidFill>
                <a:latin typeface="Calibri" panose="020F0502020204030204" charset="0"/>
                <a:ea typeface="SimSun" panose="02010600030101010101" pitchFamily="2" charset="-122"/>
                <a:cs typeface="Calibri" panose="020F0502020204030204" charset="0"/>
              </a:rPr>
              <a:t> Ensuring objectivity and reducing bias, accurate and comprehensive data collection, managing employee resistance to feedback.</a:t>
            </a:r>
            <a:endParaRPr lang="en-US" altLang="zh-CN" sz="2400" b="0" i="0" u="none" strike="noStrike" kern="1200" cap="none" spc="0" baseline="0">
              <a:solidFill>
                <a:schemeClr val="tx1"/>
              </a:solidFill>
              <a:latin typeface="Calibri" panose="020F0502020204030204" charset="0"/>
              <a:ea typeface="SimSun" panose="02010600030101010101" pitchFamily="2" charset="-122"/>
              <a:cs typeface="Calibri" panose="020F0502020204030204" charset="0"/>
            </a:endParaRPr>
          </a:p>
          <a:p>
            <a:pPr marL="0" indent="0" algn="l" eaLnBrk="0" fontAlgn="base" latinLnBrk="0" hangingPunct="0">
              <a:lnSpc>
                <a:spcPct val="100000"/>
              </a:lnSpc>
              <a:spcBef>
                <a:spcPts val="0"/>
              </a:spcBef>
              <a:spcAft>
                <a:spcPts val="0"/>
              </a:spcAft>
              <a:buNone/>
            </a:pPr>
            <a:endParaRPr lang="en-US" altLang="zh-CN" sz="24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Font typeface="Arial" panose="020B0604020202020204" pitchFamily="34" charset="0"/>
              <a:buChar char="•"/>
            </a:pPr>
            <a:endParaRPr lang="en-US" altLang="zh-CN" sz="2400" b="0" i="0" u="none" strike="noStrike" kern="1200" cap="none" spc="0" baseline="0">
              <a:solidFill>
                <a:srgbClr val="0D0D0D"/>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endParaRPr lang="zh-CN" altLang="en-US" sz="24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9" name="曲线"/>
          <p:cNvSpPr/>
          <p:nvPr/>
        </p:nvSpPr>
        <p:spPr>
          <a:xfrm>
            <a:off x="9353550" y="5362575"/>
            <a:ext cx="457199" cy="457200"/>
          </a:xfrm>
          <a:custGeom>
            <a:avLst/>
            <a:gdLst>
              <a:gd name="T1" fmla="*/ 0 w 21600"/>
              <a:gd name="T2" fmla="*/ 0 h 21600"/>
              <a:gd name="T3" fmla="*/ 21600 w 21600"/>
              <a:gd name="T4" fmla="*/ 21600 h 21600"/>
            </a:gdLst>
            <a:ahLst/>
            <a:cxnLst/>
            <a:rect l="T1" t="T2" r="T3" b="T4"/>
            <a:pathLst>
              <a:path w="21600" h="21600">
                <a:moveTo>
                  <a:pt x="21600" y="0"/>
                </a:moveTo>
                <a:lnTo>
                  <a:pt x="0" y="0"/>
                </a:lnTo>
                <a:lnTo>
                  <a:pt x="0" y="21600"/>
                </a:lnTo>
                <a:lnTo>
                  <a:pt x="21600" y="21600"/>
                </a:lnTo>
                <a:lnTo>
                  <a:pt x="21600" y="0"/>
                </a:lnTo>
                <a:close/>
              </a:path>
            </a:pathLst>
          </a:custGeom>
          <a:solidFill>
            <a:srgbClr val="42AF51"/>
          </a:solidFill>
          <a:ln cap="flat" cmpd="sng">
            <a:noFill/>
            <a:prstDash val="solid"/>
            <a:miter/>
          </a:ln>
        </p:spPr>
      </p:sp>
      <p:sp>
        <p:nvSpPr>
          <p:cNvPr id="140" name="曲线"/>
          <p:cNvSpPr/>
          <p:nvPr/>
        </p:nvSpPr>
        <p:spPr>
          <a:xfrm>
            <a:off x="6696075" y="1695450"/>
            <a:ext cx="314324" cy="323850"/>
          </a:xfrm>
          <a:custGeom>
            <a:avLst/>
            <a:gdLst>
              <a:gd name="T1" fmla="*/ 0 w 21600"/>
              <a:gd name="T2" fmla="*/ 0 h 21600"/>
              <a:gd name="T3" fmla="*/ 21600 w 21600"/>
              <a:gd name="T4" fmla="*/ 21600 h 21600"/>
            </a:gdLst>
            <a:ahLst/>
            <a:cxnLst/>
            <a:rect l="T1" t="T2" r="T3" b="T4"/>
            <a:pathLst>
              <a:path w="21600" h="21600">
                <a:moveTo>
                  <a:pt x="21600" y="0"/>
                </a:moveTo>
                <a:lnTo>
                  <a:pt x="0" y="0"/>
                </a:lnTo>
                <a:lnTo>
                  <a:pt x="0" y="21600"/>
                </a:lnTo>
                <a:lnTo>
                  <a:pt x="21600" y="21600"/>
                </a:lnTo>
                <a:lnTo>
                  <a:pt x="21600" y="0"/>
                </a:lnTo>
                <a:close/>
              </a:path>
            </a:pathLst>
          </a:custGeom>
          <a:solidFill>
            <a:srgbClr val="2D83C3"/>
          </a:solidFill>
          <a:ln cap="flat" cmpd="sng">
            <a:noFill/>
            <a:prstDash val="solid"/>
            <a:miter/>
          </a:ln>
        </p:spPr>
      </p:sp>
      <p:sp>
        <p:nvSpPr>
          <p:cNvPr id="141" name="曲线"/>
          <p:cNvSpPr/>
          <p:nvPr/>
        </p:nvSpPr>
        <p:spPr>
          <a:xfrm>
            <a:off x="9353550" y="5895975"/>
            <a:ext cx="180975" cy="180975"/>
          </a:xfrm>
          <a:custGeom>
            <a:avLst/>
            <a:gdLst>
              <a:gd name="T1" fmla="*/ 0 w 21600"/>
              <a:gd name="T2" fmla="*/ 0 h 21600"/>
              <a:gd name="T3" fmla="*/ 21600 w 21600"/>
              <a:gd name="T4" fmla="*/ 21600 h 21600"/>
            </a:gdLst>
            <a:ahLst/>
            <a:cxnLst/>
            <a:rect l="T1" t="T2" r="T3" b="T4"/>
            <a:pathLst>
              <a:path w="21600" h="21600">
                <a:moveTo>
                  <a:pt x="21600" y="0"/>
                </a:moveTo>
                <a:lnTo>
                  <a:pt x="0" y="0"/>
                </a:lnTo>
                <a:lnTo>
                  <a:pt x="0" y="21600"/>
                </a:lnTo>
                <a:lnTo>
                  <a:pt x="21600" y="21600"/>
                </a:lnTo>
                <a:lnTo>
                  <a:pt x="21600" y="0"/>
                </a:lnTo>
                <a:close/>
              </a:path>
            </a:pathLst>
          </a:custGeom>
          <a:solidFill>
            <a:srgbClr val="2D936B"/>
          </a:solidFill>
          <a:ln cap="flat" cmpd="sng">
            <a:noFill/>
            <a:prstDash val="solid"/>
            <a:miter/>
          </a:ln>
        </p:spPr>
      </p:sp>
      <p:sp>
        <p:nvSpPr>
          <p:cNvPr id="142" name="文本框"/>
          <p:cNvSpPr>
            <a:spLocks noGrp="1"/>
          </p:cNvSpPr>
          <p:nvPr>
            <p:ph type="title"/>
          </p:nvPr>
        </p:nvSpPr>
        <p:spPr>
          <a:xfrm>
            <a:off x="755332" y="385444"/>
            <a:ext cx="10681335" cy="502285"/>
          </a:xfrm>
          <a:prstGeom prst="rect">
            <a:avLst/>
          </a:prstGeom>
          <a:noFill/>
          <a:ln w="12700" cap="flat" cmpd="sng">
            <a:noFill/>
            <a:prstDash val="solid"/>
            <a:miter/>
          </a:ln>
        </p:spPr>
        <p:txBody>
          <a:bodyPr vert="horz" wrap="square" lIns="0" tIns="16510" rIns="0" bIns="0" anchor="t" anchorCtr="0">
            <a:spAutoFit/>
          </a:bodyPr>
          <a:lstStyle/>
          <a:p>
            <a:pPr marL="12700" indent="0" algn="l">
              <a:lnSpc>
                <a:spcPct val="100000"/>
              </a:lnSpc>
              <a:spcBef>
                <a:spcPts val="130"/>
              </a:spcBef>
              <a:spcAft>
                <a:spcPts val="0"/>
              </a:spcAft>
              <a:buNone/>
            </a:pPr>
            <a:r>
              <a:rPr lang="en-US" altLang="zh-CN" sz="3200" b="1" i="0" u="none" strike="noStrike" kern="0" cap="none" spc="25" baseline="0">
                <a:solidFill>
                  <a:schemeClr val="tx1"/>
                </a:solidFill>
                <a:latin typeface="Trebuchet MS" panose="020B0603020202020204" charset="0"/>
                <a:ea typeface="SimSun" panose="02010600030101010101" pitchFamily="2" charset="-122"/>
                <a:cs typeface="Trebuchet MS" panose="020B0603020202020204" charset="0"/>
              </a:rPr>
              <a:t>W</a:t>
            </a:r>
            <a:r>
              <a:rPr lang="en-US" altLang="zh-CN" sz="3200" b="1" i="0" u="none" strike="noStrike" kern="0" cap="none" spc="-20" baseline="0">
                <a:solidFill>
                  <a:schemeClr val="tx1"/>
                </a:solidFill>
                <a:latin typeface="Trebuchet MS" panose="020B0603020202020204" charset="0"/>
                <a:ea typeface="SimSun" panose="02010600030101010101" pitchFamily="2" charset="-122"/>
                <a:cs typeface="Trebuchet MS" panose="020B0603020202020204" charset="0"/>
              </a:rPr>
              <a:t>H</a:t>
            </a:r>
            <a:r>
              <a:rPr lang="en-US" altLang="zh-CN" sz="3200" b="1" i="0" u="none" strike="noStrike" kern="0" cap="none" spc="20" baseline="0">
                <a:solidFill>
                  <a:schemeClr val="tx1"/>
                </a:solidFill>
                <a:latin typeface="Trebuchet MS" panose="020B0603020202020204" charset="0"/>
                <a:ea typeface="SimSun" panose="02010600030101010101" pitchFamily="2" charset="-122"/>
                <a:cs typeface="Trebuchet MS" panose="020B0603020202020204" charset="0"/>
              </a:rPr>
              <a:t>O</a:t>
            </a:r>
            <a:r>
              <a:rPr lang="en-US" altLang="zh-CN" sz="3200" b="1" i="0" u="none" strike="noStrike" kern="0" cap="none" spc="-235" baseline="0">
                <a:solidFill>
                  <a:schemeClr val="tx1"/>
                </a:solidFill>
                <a:latin typeface="Trebuchet MS" panose="020B0603020202020204" charset="0"/>
                <a:ea typeface="SimSun" panose="02010600030101010101" pitchFamily="2" charset="-122"/>
                <a:cs typeface="Trebuchet MS" panose="020B0603020202020204" charset="0"/>
              </a:rPr>
              <a:t> </a:t>
            </a:r>
            <a:r>
              <a:rPr lang="en-US" altLang="zh-CN" sz="3200" b="1" i="0" u="none" strike="noStrike" kern="0" cap="none" spc="-10" baseline="0">
                <a:solidFill>
                  <a:schemeClr val="tx1"/>
                </a:solidFill>
                <a:latin typeface="Trebuchet MS" panose="020B0603020202020204" charset="0"/>
                <a:ea typeface="SimSun" panose="02010600030101010101" pitchFamily="2" charset="-122"/>
                <a:cs typeface="Trebuchet MS" panose="020B0603020202020204" charset="0"/>
              </a:rPr>
              <a:t>AR</a:t>
            </a:r>
            <a:r>
              <a:rPr lang="en-US" altLang="zh-CN" sz="3200" b="1" i="0" u="none" strike="noStrike" kern="0" cap="none" spc="15" baseline="0">
                <a:solidFill>
                  <a:schemeClr val="tx1"/>
                </a:solidFill>
                <a:latin typeface="Trebuchet MS" panose="020B0603020202020204" charset="0"/>
                <a:ea typeface="SimSun" panose="02010600030101010101" pitchFamily="2" charset="-122"/>
                <a:cs typeface="Trebuchet MS" panose="020B0603020202020204" charset="0"/>
              </a:rPr>
              <a:t>E</a:t>
            </a:r>
            <a:r>
              <a:rPr lang="en-US" altLang="zh-CN" sz="3200" b="1" i="0" u="none" strike="noStrike" kern="0" cap="none" spc="-35" baseline="0">
                <a:solidFill>
                  <a:schemeClr val="tx1"/>
                </a:solidFill>
                <a:latin typeface="Trebuchet MS" panose="020B0603020202020204" charset="0"/>
                <a:ea typeface="SimSun" panose="02010600030101010101" pitchFamily="2" charset="-122"/>
                <a:cs typeface="Trebuchet MS" panose="020B0603020202020204" charset="0"/>
              </a:rPr>
              <a:t> </a:t>
            </a:r>
            <a:r>
              <a:rPr lang="en-US" altLang="zh-CN" sz="3200" b="1" i="0" u="none" strike="noStrike" kern="0" cap="none" spc="-10" baseline="0">
                <a:solidFill>
                  <a:schemeClr val="tx1"/>
                </a:solidFill>
                <a:latin typeface="Trebuchet MS" panose="020B0603020202020204" charset="0"/>
                <a:ea typeface="SimSun" panose="02010600030101010101" pitchFamily="2" charset="-122"/>
                <a:cs typeface="Trebuchet MS" panose="020B0603020202020204" charset="0"/>
              </a:rPr>
              <a:t>T</a:t>
            </a:r>
            <a:r>
              <a:rPr lang="en-US" altLang="zh-CN" sz="3200" b="1" i="0" u="none" strike="noStrike" kern="0" cap="none" spc="-15" baseline="0">
                <a:solidFill>
                  <a:schemeClr val="tx1"/>
                </a:solidFill>
                <a:latin typeface="Trebuchet MS" panose="020B0603020202020204" charset="0"/>
                <a:ea typeface="SimSun" panose="02010600030101010101" pitchFamily="2" charset="-122"/>
                <a:cs typeface="Trebuchet MS" panose="020B0603020202020204" charset="0"/>
              </a:rPr>
              <a:t>H</a:t>
            </a:r>
            <a:r>
              <a:rPr lang="en-US" altLang="zh-CN" sz="3200" b="1" i="0" u="none" strike="noStrike" kern="0" cap="none" spc="15" baseline="0">
                <a:solidFill>
                  <a:schemeClr val="tx1"/>
                </a:solidFill>
                <a:latin typeface="Trebuchet MS" panose="020B0603020202020204" charset="0"/>
                <a:ea typeface="SimSun" panose="02010600030101010101" pitchFamily="2" charset="-122"/>
                <a:cs typeface="Trebuchet MS" panose="020B0603020202020204" charset="0"/>
              </a:rPr>
              <a:t>E</a:t>
            </a:r>
            <a:r>
              <a:rPr lang="en-US" altLang="zh-CN" sz="3200" b="1" i="0" u="none" strike="noStrike" kern="0" cap="none" spc="-35" baseline="0">
                <a:solidFill>
                  <a:schemeClr val="tx1"/>
                </a:solidFill>
                <a:latin typeface="Trebuchet MS" panose="020B0603020202020204" charset="0"/>
                <a:ea typeface="SimSun" panose="02010600030101010101" pitchFamily="2" charset="-122"/>
                <a:cs typeface="Trebuchet MS" panose="020B0603020202020204" charset="0"/>
              </a:rPr>
              <a:t> </a:t>
            </a:r>
            <a:r>
              <a:rPr lang="en-US" altLang="zh-CN" sz="3200" b="1" i="0" u="none" strike="noStrike" kern="0" cap="none" spc="-20" baseline="0">
                <a:solidFill>
                  <a:schemeClr val="tx1"/>
                </a:solidFill>
                <a:latin typeface="Trebuchet MS" panose="020B0603020202020204" charset="0"/>
                <a:ea typeface="SimSun" panose="02010600030101010101" pitchFamily="2" charset="-122"/>
                <a:cs typeface="Trebuchet MS" panose="020B0603020202020204" charset="0"/>
              </a:rPr>
              <a:t>E</a:t>
            </a:r>
            <a:r>
              <a:rPr lang="en-US" altLang="zh-CN" sz="3200" b="1" i="0" u="none" strike="noStrike" kern="0" cap="none" spc="30" baseline="0">
                <a:solidFill>
                  <a:schemeClr val="tx1"/>
                </a:solidFill>
                <a:latin typeface="Trebuchet MS" panose="020B0603020202020204" charset="0"/>
                <a:ea typeface="SimSun" panose="02010600030101010101" pitchFamily="2" charset="-122"/>
                <a:cs typeface="Trebuchet MS" panose="020B0603020202020204" charset="0"/>
              </a:rPr>
              <a:t>N</a:t>
            </a:r>
            <a:r>
              <a:rPr lang="en-US" altLang="zh-CN" sz="3200" b="1" i="0" u="none" strike="noStrike" kern="0" cap="none" spc="15" baseline="0">
                <a:solidFill>
                  <a:schemeClr val="tx1"/>
                </a:solidFill>
                <a:latin typeface="Trebuchet MS" panose="020B0603020202020204" charset="0"/>
                <a:ea typeface="SimSun" panose="02010600030101010101" pitchFamily="2" charset="-122"/>
                <a:cs typeface="Trebuchet MS" panose="020B0603020202020204" charset="0"/>
              </a:rPr>
              <a:t>D</a:t>
            </a:r>
            <a:r>
              <a:rPr lang="en-US" altLang="zh-CN" sz="3200" b="1" i="0" u="none" strike="noStrike" kern="0" cap="none" spc="-45" baseline="0">
                <a:solidFill>
                  <a:schemeClr val="tx1"/>
                </a:solidFill>
                <a:latin typeface="Trebuchet MS" panose="020B0603020202020204" charset="0"/>
                <a:ea typeface="SimSun" panose="02010600030101010101" pitchFamily="2" charset="-122"/>
                <a:cs typeface="Trebuchet MS" panose="020B0603020202020204" charset="0"/>
              </a:rPr>
              <a:t> </a:t>
            </a:r>
            <a:r>
              <a:rPr lang="en-US" altLang="zh-CN" sz="3200" b="1" i="0" u="none" strike="noStrike" kern="0" cap="none" spc="0" baseline="0">
                <a:solidFill>
                  <a:schemeClr val="tx1"/>
                </a:solidFill>
                <a:latin typeface="Trebuchet MS" panose="020B0603020202020204" charset="0"/>
                <a:ea typeface="SimSun" panose="02010600030101010101" pitchFamily="2" charset="-122"/>
                <a:cs typeface="Trebuchet MS" panose="020B0603020202020204" charset="0"/>
              </a:rPr>
              <a:t>U</a:t>
            </a:r>
            <a:r>
              <a:rPr lang="en-US" altLang="zh-CN" sz="3200" b="1" i="0" u="none" strike="noStrike" kern="0" cap="none" spc="10" baseline="0">
                <a:solidFill>
                  <a:schemeClr val="tx1"/>
                </a:solidFill>
                <a:latin typeface="Trebuchet MS" panose="020B0603020202020204" charset="0"/>
                <a:ea typeface="SimSun" panose="02010600030101010101" pitchFamily="2" charset="-122"/>
                <a:cs typeface="Trebuchet MS" panose="020B0603020202020204" charset="0"/>
              </a:rPr>
              <a:t>S</a:t>
            </a:r>
            <a:r>
              <a:rPr lang="en-US" altLang="zh-CN" sz="3200" b="1" i="0" u="none" strike="noStrike" kern="0" cap="none" spc="-25" baseline="0">
                <a:solidFill>
                  <a:schemeClr val="tx1"/>
                </a:solidFill>
                <a:latin typeface="Trebuchet MS" panose="020B0603020202020204" charset="0"/>
                <a:ea typeface="SimSun" panose="02010600030101010101" pitchFamily="2" charset="-122"/>
                <a:cs typeface="Trebuchet MS" panose="020B0603020202020204" charset="0"/>
              </a:rPr>
              <a:t>E</a:t>
            </a:r>
            <a:r>
              <a:rPr lang="en-US" altLang="zh-CN" sz="3200" b="1" i="0" u="none" strike="noStrike" kern="0" cap="none" spc="-10" baseline="0">
                <a:solidFill>
                  <a:schemeClr val="tx1"/>
                </a:solidFill>
                <a:latin typeface="Trebuchet MS" panose="020B0603020202020204" charset="0"/>
                <a:ea typeface="SimSun" panose="02010600030101010101" pitchFamily="2" charset="-122"/>
                <a:cs typeface="Trebuchet MS" panose="020B0603020202020204" charset="0"/>
              </a:rPr>
              <a:t>R</a:t>
            </a:r>
            <a:r>
              <a:rPr lang="en-US" altLang="zh-CN" sz="3200" b="1" i="0" u="none" strike="noStrike" kern="0" cap="none" spc="5" baseline="0">
                <a:solidFill>
                  <a:schemeClr val="tx1"/>
                </a:solidFill>
                <a:latin typeface="Trebuchet MS" panose="020B0603020202020204" charset="0"/>
                <a:ea typeface="SimSun" panose="02010600030101010101" pitchFamily="2" charset="-122"/>
                <a:cs typeface="Trebuchet MS" panose="020B0603020202020204" charset="0"/>
              </a:rPr>
              <a:t>S?</a:t>
            </a:r>
            <a:endParaRPr lang="zh-CN" altLang="en-US" sz="3200" b="1" i="0" u="none" strike="noStrike" kern="0" cap="none" spc="0" baseline="0">
              <a:solidFill>
                <a:schemeClr val="tx1"/>
              </a:solidFill>
              <a:latin typeface="Trebuchet MS" panose="020B0603020202020204" charset="0"/>
              <a:ea typeface="SimSun" panose="02010600030101010101" pitchFamily="2" charset="-122"/>
              <a:cs typeface="Trebuchet MS" panose="020B0603020202020204" charset="0"/>
            </a:endParaRPr>
          </a:p>
        </p:txBody>
      </p:sp>
      <p:sp>
        <p:nvSpPr>
          <p:cNvPr id="143" name="文本框"/>
          <p:cNvSpPr>
            <a:spLocks noGrp="1"/>
          </p:cNvSpPr>
          <p:nvPr>
            <p:ph type="body" idx="1"/>
          </p:nvPr>
        </p:nvSpPr>
        <p:spPr>
          <a:xfrm>
            <a:off x="609600" y="1577340"/>
            <a:ext cx="10972800" cy="3877985"/>
          </a:xfrm>
          <a:prstGeom prst="rect">
            <a:avLst/>
          </a:prstGeom>
          <a:noFill/>
          <a:ln w="12700" cap="flat" cmpd="sng">
            <a:noFill/>
            <a:prstDash val="solid"/>
            <a:miter/>
          </a:ln>
        </p:spPr>
        <p:txBody>
          <a:bodyPr vert="horz" wrap="square" lIns="91440" tIns="45720" rIns="91440" bIns="45720" anchor="t" anchorCtr="0"/>
          <a:lstStyle/>
          <a:p>
            <a:pPr marL="285750" indent="-285750" algn="l">
              <a:lnSpc>
                <a:spcPct val="100000"/>
              </a:lnSpc>
              <a:spcBef>
                <a:spcPts val="0"/>
              </a:spcBef>
              <a:spcAft>
                <a:spcPts val="0"/>
              </a:spcAft>
              <a:buFont typeface="Arial" panose="020B0604020202020204" pitchFamily="34" charset="0"/>
              <a:buChar char="•"/>
            </a:pPr>
            <a:r>
              <a:rPr lang="en-US" altLang="zh-CN" sz="2800" b="0" i="0" u="none" strike="noStrike" kern="0" cap="none" spc="0" baseline="0">
                <a:latin typeface="Times New Roman" panose="02020603050405020304" pitchFamily="18" charset="0"/>
                <a:ea typeface="SimSun" panose="02010600030101010101" pitchFamily="2" charset="-122"/>
                <a:cs typeface="Times New Roman" panose="02020603050405020304" pitchFamily="18" charset="0"/>
              </a:rPr>
              <a:t>Employees</a:t>
            </a:r>
            <a:endParaRPr lang="en-US" altLang="zh-CN" sz="2800" b="0" i="0" u="none" strike="noStrike" kern="0" cap="none" spc="0" baseline="0">
              <a:latin typeface="Times New Roman" panose="02020603050405020304" pitchFamily="18" charset="0"/>
              <a:ea typeface="SimSun" panose="02010600030101010101" pitchFamily="2" charset="-122"/>
              <a:cs typeface="Times New Roman" panose="02020603050405020304" pitchFamily="18" charset="0"/>
            </a:endParaRPr>
          </a:p>
          <a:p>
            <a:pPr marL="285750" indent="-285750" algn="l">
              <a:lnSpc>
                <a:spcPct val="100000"/>
              </a:lnSpc>
              <a:spcBef>
                <a:spcPts val="0"/>
              </a:spcBef>
              <a:spcAft>
                <a:spcPts val="0"/>
              </a:spcAft>
              <a:buFont typeface="Arial" panose="020B0604020202020204" pitchFamily="34" charset="0"/>
              <a:buChar char="•"/>
            </a:pPr>
            <a:endParaRPr lang="en-US" altLang="zh-CN" sz="2800" b="0" i="0" u="none" strike="noStrike" kern="0" cap="none" spc="0" baseline="0">
              <a:latin typeface="Times New Roman" panose="02020603050405020304" pitchFamily="18" charset="0"/>
              <a:ea typeface="SimSun" panose="02010600030101010101" pitchFamily="2" charset="-122"/>
              <a:cs typeface="Times New Roman" panose="02020603050405020304" pitchFamily="18" charset="0"/>
            </a:endParaRPr>
          </a:p>
          <a:p>
            <a:pPr marL="285750" indent="-285750" algn="l">
              <a:lnSpc>
                <a:spcPct val="100000"/>
              </a:lnSpc>
              <a:spcBef>
                <a:spcPts val="0"/>
              </a:spcBef>
              <a:spcAft>
                <a:spcPts val="0"/>
              </a:spcAft>
              <a:buFont typeface="Arial" panose="020B0604020202020204" pitchFamily="34" charset="0"/>
              <a:buChar char="•"/>
            </a:pPr>
            <a:r>
              <a:rPr lang="en-US" altLang="zh-CN" sz="2800" b="0" i="0" u="none" strike="noStrike" kern="0" cap="none" spc="0" baseline="0">
                <a:latin typeface="Times New Roman" panose="02020603050405020304" pitchFamily="18" charset="0"/>
                <a:ea typeface="SimSun" panose="02010600030101010101" pitchFamily="2" charset="-122"/>
                <a:cs typeface="Times New Roman" panose="02020603050405020304" pitchFamily="18" charset="0"/>
              </a:rPr>
              <a:t>Executives/Senior Leadership</a:t>
            </a:r>
            <a:endParaRPr lang="en-US" altLang="zh-CN" sz="2800" b="0" i="0" u="none" strike="noStrike" kern="0" cap="none" spc="0" baseline="0">
              <a:latin typeface="Times New Roman" panose="02020603050405020304" pitchFamily="18" charset="0"/>
              <a:ea typeface="SimSun" panose="02010600030101010101" pitchFamily="2" charset="-122"/>
              <a:cs typeface="Times New Roman" panose="02020603050405020304" pitchFamily="18" charset="0"/>
            </a:endParaRPr>
          </a:p>
          <a:p>
            <a:pPr marL="285750" indent="-285750" algn="l">
              <a:lnSpc>
                <a:spcPct val="100000"/>
              </a:lnSpc>
              <a:spcBef>
                <a:spcPts val="0"/>
              </a:spcBef>
              <a:spcAft>
                <a:spcPts val="0"/>
              </a:spcAft>
              <a:buFont typeface="Arial" panose="020B0604020202020204" pitchFamily="34" charset="0"/>
              <a:buChar char="•"/>
            </a:pPr>
            <a:endParaRPr lang="en-US" altLang="zh-CN" sz="2800" b="0" i="0" u="none" strike="noStrike" kern="0" cap="none" spc="0" baseline="0">
              <a:latin typeface="Times New Roman" panose="02020603050405020304" pitchFamily="18" charset="0"/>
              <a:ea typeface="SimSun" panose="02010600030101010101" pitchFamily="2" charset="-122"/>
              <a:cs typeface="Times New Roman" panose="02020603050405020304" pitchFamily="18" charset="0"/>
            </a:endParaRPr>
          </a:p>
          <a:p>
            <a:pPr marL="285750" indent="-285750" algn="l">
              <a:lnSpc>
                <a:spcPct val="100000"/>
              </a:lnSpc>
              <a:spcBef>
                <a:spcPts val="0"/>
              </a:spcBef>
              <a:spcAft>
                <a:spcPts val="0"/>
              </a:spcAft>
              <a:buFont typeface="Arial" panose="020B0604020202020204" pitchFamily="34" charset="0"/>
              <a:buChar char="•"/>
            </a:pPr>
            <a:r>
              <a:rPr lang="en-US" altLang="zh-CN" sz="2800" b="0" i="0" u="none" strike="noStrike" kern="0" cap="none" spc="0" baseline="0">
                <a:latin typeface="Times New Roman" panose="02020603050405020304" pitchFamily="18" charset="0"/>
                <a:ea typeface="SimSun" panose="02010600030101010101" pitchFamily="2" charset="-122"/>
                <a:cs typeface="Times New Roman" panose="02020603050405020304" pitchFamily="18" charset="0"/>
              </a:rPr>
              <a:t>HR Department</a:t>
            </a:r>
            <a:endParaRPr lang="en-US" altLang="zh-CN" sz="2800" b="0" i="0" u="none" strike="noStrike" kern="0" cap="none" spc="0" baseline="0">
              <a:latin typeface="Times New Roman" panose="02020603050405020304" pitchFamily="18" charset="0"/>
              <a:ea typeface="SimSun" panose="02010600030101010101" pitchFamily="2" charset="-122"/>
              <a:cs typeface="Times New Roman" panose="02020603050405020304" pitchFamily="18" charset="0"/>
            </a:endParaRPr>
          </a:p>
          <a:p>
            <a:pPr marL="285750" indent="-285750" algn="l">
              <a:lnSpc>
                <a:spcPct val="100000"/>
              </a:lnSpc>
              <a:spcBef>
                <a:spcPts val="0"/>
              </a:spcBef>
              <a:spcAft>
                <a:spcPts val="0"/>
              </a:spcAft>
              <a:buFont typeface="Arial" panose="020B0604020202020204" pitchFamily="34" charset="0"/>
              <a:buChar char="•"/>
            </a:pPr>
            <a:endParaRPr lang="en-US" altLang="zh-CN" sz="2800" b="0" i="0" u="none" strike="noStrike" kern="0" cap="none" spc="0" baseline="0">
              <a:latin typeface="Times New Roman" panose="02020603050405020304" pitchFamily="18" charset="0"/>
              <a:ea typeface="SimSun" panose="02010600030101010101" pitchFamily="2" charset="-122"/>
              <a:cs typeface="Times New Roman" panose="02020603050405020304" pitchFamily="18" charset="0"/>
            </a:endParaRPr>
          </a:p>
          <a:p>
            <a:pPr marL="285750" indent="-285750" algn="l">
              <a:lnSpc>
                <a:spcPct val="100000"/>
              </a:lnSpc>
              <a:spcBef>
                <a:spcPts val="0"/>
              </a:spcBef>
              <a:spcAft>
                <a:spcPts val="0"/>
              </a:spcAft>
              <a:buFont typeface="Arial" panose="020B0604020202020204" pitchFamily="34" charset="0"/>
              <a:buChar char="•"/>
            </a:pPr>
            <a:r>
              <a:rPr lang="en-US" altLang="zh-CN" sz="2800" b="0" i="0" u="none" strike="noStrike" kern="0" cap="none" spc="0" baseline="0">
                <a:latin typeface="Times New Roman" panose="02020603050405020304" pitchFamily="18" charset="0"/>
                <a:ea typeface="SimSun" panose="02010600030101010101" pitchFamily="2" charset="-122"/>
                <a:cs typeface="Times New Roman" panose="02020603050405020304" pitchFamily="18" charset="0"/>
              </a:rPr>
              <a:t>Managers/Supervisors </a:t>
            </a:r>
            <a:endParaRPr lang="en-US" altLang="zh-CN" sz="2800" b="0" i="0" u="none" strike="noStrike" kern="0" cap="none" spc="0" baseline="0">
              <a:latin typeface="Times New Roman" panose="02020603050405020304" pitchFamily="18" charset="0"/>
              <a:ea typeface="SimSun" panose="02010600030101010101" pitchFamily="2" charset="-122"/>
              <a:cs typeface="Times New Roman" panose="02020603050405020304" pitchFamily="18" charset="0"/>
            </a:endParaRPr>
          </a:p>
          <a:p>
            <a:pPr marL="285750" indent="-285750" algn="l">
              <a:lnSpc>
                <a:spcPct val="100000"/>
              </a:lnSpc>
              <a:spcBef>
                <a:spcPts val="0"/>
              </a:spcBef>
              <a:spcAft>
                <a:spcPts val="0"/>
              </a:spcAft>
              <a:buFont typeface="Arial" panose="020B0604020202020204" pitchFamily="34" charset="0"/>
              <a:buChar char="•"/>
            </a:pPr>
            <a:endParaRPr lang="en-US" altLang="zh-CN" sz="2800" b="0" i="0" u="none" strike="noStrike" kern="0" cap="none" spc="0" baseline="0">
              <a:latin typeface="Times New Roman" panose="02020603050405020304" pitchFamily="18" charset="0"/>
              <a:ea typeface="SimSun" panose="02010600030101010101" pitchFamily="2" charset="-122"/>
              <a:cs typeface="Times New Roman" panose="02020603050405020304" pitchFamily="18" charset="0"/>
            </a:endParaRPr>
          </a:p>
          <a:p>
            <a:pPr marL="285750" indent="-285750" algn="l">
              <a:lnSpc>
                <a:spcPct val="100000"/>
              </a:lnSpc>
              <a:spcBef>
                <a:spcPts val="0"/>
              </a:spcBef>
              <a:spcAft>
                <a:spcPts val="0"/>
              </a:spcAft>
              <a:buFont typeface="Arial" panose="020B0604020202020204" pitchFamily="34" charset="0"/>
              <a:buChar char="•"/>
            </a:pPr>
            <a:r>
              <a:rPr lang="en-US" altLang="zh-CN" sz="2800" b="0" i="0" u="none" strike="noStrike" kern="0" cap="none" spc="0" baseline="0">
                <a:latin typeface="Times New Roman" panose="02020603050405020304" pitchFamily="18" charset="0"/>
                <a:ea typeface="SimSun" panose="02010600030101010101" pitchFamily="2" charset="-122"/>
                <a:cs typeface="Times New Roman" panose="02020603050405020304" pitchFamily="18" charset="0"/>
              </a:rPr>
              <a:t>Training and Development Teams</a:t>
            </a:r>
            <a:endParaRPr lang="zh-CN" altLang="en-US" sz="2800" b="0" i="0" u="none" strike="noStrike" kern="0" cap="none" spc="0" baseline="0">
              <a:latin typeface="Times New Roman" panose="02020603050405020304" pitchFamily="18" charset="0"/>
              <a:ea typeface="SimSun" panose="02010600030101010101" pitchFamily="2" charset="-122"/>
              <a:cs typeface="Times New Roman" panose="02020603050405020304" pitchFamily="18" charset="0"/>
            </a:endParaRPr>
          </a:p>
        </p:txBody>
      </p:sp>
      <p:sp>
        <p:nvSpPr>
          <p:cNvPr id="144" name="文本框"/>
          <p:cNvSpPr>
            <a:spLocks noGrp="1"/>
          </p:cNvSpPr>
          <p:nvPr>
            <p:ph type="sldNum" idx="7"/>
          </p:nvPr>
        </p:nvSpPr>
        <p:spPr>
          <a:xfrm>
            <a:off x="11353418" y="6473336"/>
            <a:ext cx="151129" cy="168909"/>
          </a:xfrm>
          <a:prstGeom prst="rect">
            <a:avLst/>
          </a:prstGeom>
          <a:noFill/>
          <a:ln cap="flat" cmpd="sng">
            <a:noFill/>
            <a:prstDash val="solid"/>
            <a:miter/>
          </a:ln>
        </p:spPr>
        <p:txBody>
          <a:bodyPr vert="horz" wrap="square" lIns="0" tIns="6985" rIns="0" bIns="0" anchor="t" anchorCtr="0">
            <a:spAutoFit/>
          </a:bodyPr>
          <a:lstStyle/>
          <a:p>
            <a:pPr marL="38100" indent="0" algn="l">
              <a:lnSpc>
                <a:spcPct val="100000"/>
              </a:lnSpc>
              <a:spcBef>
                <a:spcPts val="55"/>
              </a:spcBef>
              <a:spcAft>
                <a:spcPts val="0"/>
              </a:spcAft>
              <a:buNone/>
            </a:pPr>
            <a:fld id="{CAD2D6BD-DE1B-4B5F-8B41-2702339687B9}" type="slidenum">
              <a:rPr lang="en-US" altLang="zh-CN" sz="1100" b="0" i="0" u="none" strike="noStrike" kern="1200" cap="none" spc="10" baseline="0">
                <a:solidFill>
                  <a:srgbClr val="2D936B"/>
                </a:solidFill>
                <a:latin typeface="Trebuchet MS" panose="020B0603020202020204" charset="0"/>
                <a:ea typeface="SimSun" panose="02010600030101010101" pitchFamily="2" charset="-122"/>
                <a:cs typeface="Trebuchet MS" panose="020B0603020202020204" charset="0"/>
              </a:rPr>
            </a:fld>
            <a:endParaRPr lang="zh-CN" altLang="en-US" sz="1100" b="0" i="0" u="none" strike="noStrike" kern="1200" cap="none" spc="10" baseline="0">
              <a:solidFill>
                <a:srgbClr val="2D936B"/>
              </a:solidFill>
              <a:latin typeface="Trebuchet MS" panose="020B0603020202020204" charset="0"/>
              <a:ea typeface="SimSun" panose="02010600030101010101" pitchFamily="2" charset="-122"/>
              <a:cs typeface="Trebuchet MS" panose="020B0603020202020204" charset="0"/>
            </a:endParaRPr>
          </a:p>
        </p:txBody>
      </p:sp>
      <p:pic>
        <p:nvPicPr>
          <p:cNvPr id="145" name="图片"/>
          <p:cNvPicPr/>
          <p:nvPr/>
        </p:nvPicPr>
        <p:blipFill>
          <a:blip r:embed="rId1" cstate="print"/>
          <a:stretch>
            <a:fillRect/>
          </a:stretch>
        </p:blipFill>
        <p:spPr>
          <a:xfrm>
            <a:off x="723900" y="6172200"/>
            <a:ext cx="2181225" cy="485775"/>
          </a:xfrm>
          <a:prstGeom prst="rect">
            <a:avLst/>
          </a:prstGeom>
          <a:noFill/>
          <a:ln w="12700" cap="flat" cmpd="sng">
            <a:noFill/>
            <a:prstDash val="solid"/>
            <a:miter/>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46" name="图片"/>
          <p:cNvPicPr/>
          <p:nvPr/>
        </p:nvPicPr>
        <p:blipFill>
          <a:blip r:embed="rId1" cstate="print"/>
          <a:stretch>
            <a:fillRect/>
          </a:stretch>
        </p:blipFill>
        <p:spPr>
          <a:xfrm>
            <a:off x="0" y="1476375"/>
            <a:ext cx="2695574" cy="3248025"/>
          </a:xfrm>
          <a:prstGeom prst="rect">
            <a:avLst/>
          </a:prstGeom>
          <a:noFill/>
          <a:ln w="12700" cap="flat" cmpd="sng">
            <a:noFill/>
            <a:prstDash val="solid"/>
            <a:miter/>
          </a:ln>
        </p:spPr>
      </p:pic>
      <p:sp>
        <p:nvSpPr>
          <p:cNvPr id="147" name="曲线"/>
          <p:cNvSpPr/>
          <p:nvPr/>
        </p:nvSpPr>
        <p:spPr>
          <a:xfrm>
            <a:off x="9353550" y="5362575"/>
            <a:ext cx="457199" cy="457200"/>
          </a:xfrm>
          <a:custGeom>
            <a:avLst/>
            <a:gdLst>
              <a:gd name="T1" fmla="*/ 0 w 21600"/>
              <a:gd name="T2" fmla="*/ 0 h 21600"/>
              <a:gd name="T3" fmla="*/ 21600 w 21600"/>
              <a:gd name="T4" fmla="*/ 21600 h 21600"/>
            </a:gdLst>
            <a:ahLst/>
            <a:cxnLst/>
            <a:rect l="T1" t="T2" r="T3" b="T4"/>
            <a:pathLst>
              <a:path w="21600" h="21600">
                <a:moveTo>
                  <a:pt x="21600" y="0"/>
                </a:moveTo>
                <a:lnTo>
                  <a:pt x="0" y="0"/>
                </a:lnTo>
                <a:lnTo>
                  <a:pt x="0" y="21600"/>
                </a:lnTo>
                <a:lnTo>
                  <a:pt x="21600" y="21600"/>
                </a:lnTo>
                <a:lnTo>
                  <a:pt x="21600" y="0"/>
                </a:lnTo>
                <a:close/>
              </a:path>
            </a:pathLst>
          </a:custGeom>
          <a:solidFill>
            <a:srgbClr val="42AF51"/>
          </a:solidFill>
          <a:ln cap="flat" cmpd="sng">
            <a:noFill/>
            <a:prstDash val="solid"/>
            <a:miter/>
          </a:ln>
        </p:spPr>
      </p:sp>
      <p:sp>
        <p:nvSpPr>
          <p:cNvPr id="148" name="曲线"/>
          <p:cNvSpPr/>
          <p:nvPr/>
        </p:nvSpPr>
        <p:spPr>
          <a:xfrm>
            <a:off x="6696075" y="1695450"/>
            <a:ext cx="314324" cy="323850"/>
          </a:xfrm>
          <a:custGeom>
            <a:avLst/>
            <a:gdLst>
              <a:gd name="T1" fmla="*/ 0 w 21600"/>
              <a:gd name="T2" fmla="*/ 0 h 21600"/>
              <a:gd name="T3" fmla="*/ 21600 w 21600"/>
              <a:gd name="T4" fmla="*/ 21600 h 21600"/>
            </a:gdLst>
            <a:ahLst/>
            <a:cxnLst/>
            <a:rect l="T1" t="T2" r="T3" b="T4"/>
            <a:pathLst>
              <a:path w="21600" h="21600">
                <a:moveTo>
                  <a:pt x="21600" y="0"/>
                </a:moveTo>
                <a:lnTo>
                  <a:pt x="0" y="0"/>
                </a:lnTo>
                <a:lnTo>
                  <a:pt x="0" y="21600"/>
                </a:lnTo>
                <a:lnTo>
                  <a:pt x="21600" y="21600"/>
                </a:lnTo>
                <a:lnTo>
                  <a:pt x="21600" y="0"/>
                </a:lnTo>
                <a:close/>
              </a:path>
            </a:pathLst>
          </a:custGeom>
          <a:solidFill>
            <a:srgbClr val="2D83C3"/>
          </a:solidFill>
          <a:ln cap="flat" cmpd="sng">
            <a:noFill/>
            <a:prstDash val="solid"/>
            <a:miter/>
          </a:ln>
        </p:spPr>
      </p:sp>
      <p:sp>
        <p:nvSpPr>
          <p:cNvPr id="149" name="曲线"/>
          <p:cNvSpPr/>
          <p:nvPr/>
        </p:nvSpPr>
        <p:spPr>
          <a:xfrm>
            <a:off x="9353550" y="5895975"/>
            <a:ext cx="180975" cy="180975"/>
          </a:xfrm>
          <a:custGeom>
            <a:avLst/>
            <a:gdLst>
              <a:gd name="T1" fmla="*/ 0 w 21600"/>
              <a:gd name="T2" fmla="*/ 0 h 21600"/>
              <a:gd name="T3" fmla="*/ 21600 w 21600"/>
              <a:gd name="T4" fmla="*/ 21600 h 21600"/>
            </a:gdLst>
            <a:ahLst/>
            <a:cxnLst/>
            <a:rect l="T1" t="T2" r="T3" b="T4"/>
            <a:pathLst>
              <a:path w="21600" h="21600">
                <a:moveTo>
                  <a:pt x="21600" y="0"/>
                </a:moveTo>
                <a:lnTo>
                  <a:pt x="0" y="0"/>
                </a:lnTo>
                <a:lnTo>
                  <a:pt x="0" y="21600"/>
                </a:lnTo>
                <a:lnTo>
                  <a:pt x="21600" y="21600"/>
                </a:lnTo>
                <a:lnTo>
                  <a:pt x="21600" y="0"/>
                </a:lnTo>
                <a:close/>
              </a:path>
            </a:pathLst>
          </a:custGeom>
          <a:solidFill>
            <a:srgbClr val="2D936B"/>
          </a:solidFill>
          <a:ln cap="flat" cmpd="sng">
            <a:noFill/>
            <a:prstDash val="solid"/>
            <a:miter/>
          </a:ln>
        </p:spPr>
      </p:sp>
      <p:sp>
        <p:nvSpPr>
          <p:cNvPr id="150" name="文本框"/>
          <p:cNvSpPr>
            <a:spLocks noGrp="1"/>
          </p:cNvSpPr>
          <p:nvPr>
            <p:ph type="title"/>
          </p:nvPr>
        </p:nvSpPr>
        <p:spPr>
          <a:xfrm>
            <a:off x="755332" y="385444"/>
            <a:ext cx="10681335" cy="556260"/>
          </a:xfrm>
          <a:prstGeom prst="rect">
            <a:avLst/>
          </a:prstGeom>
          <a:noFill/>
          <a:ln w="12700" cap="flat" cmpd="sng">
            <a:noFill/>
            <a:prstDash val="solid"/>
            <a:miter/>
          </a:ln>
        </p:spPr>
        <p:txBody>
          <a:bodyPr vert="horz" wrap="square" lIns="0" tIns="13334" rIns="0" bIns="0" anchor="t" anchorCtr="0">
            <a:spAutoFit/>
          </a:bodyPr>
          <a:lstStyle/>
          <a:p>
            <a:pPr marL="12700" indent="0" algn="l">
              <a:lnSpc>
                <a:spcPct val="100000"/>
              </a:lnSpc>
              <a:spcBef>
                <a:spcPts val="105"/>
              </a:spcBef>
              <a:spcAft>
                <a:spcPts val="0"/>
              </a:spcAft>
              <a:buNone/>
            </a:pPr>
            <a:r>
              <a:rPr lang="en-US" altLang="zh-CN" sz="3600" b="1" i="0" u="none" strike="noStrike" kern="0" cap="none" spc="10" baseline="0">
                <a:solidFill>
                  <a:schemeClr val="tx1"/>
                </a:solidFill>
                <a:latin typeface="Trebuchet MS" panose="020B0603020202020204" charset="0"/>
                <a:ea typeface="SimSun" panose="02010600030101010101" pitchFamily="2" charset="-122"/>
                <a:cs typeface="Trebuchet MS" panose="020B0603020202020204" charset="0"/>
              </a:rPr>
              <a:t>O</a:t>
            </a:r>
            <a:r>
              <a:rPr lang="en-US" altLang="zh-CN" sz="3600" b="1" i="0" u="none" strike="noStrike" kern="0" cap="none" spc="25" baseline="0">
                <a:solidFill>
                  <a:schemeClr val="tx1"/>
                </a:solidFill>
                <a:latin typeface="Trebuchet MS" panose="020B0603020202020204" charset="0"/>
                <a:ea typeface="SimSun" panose="02010600030101010101" pitchFamily="2" charset="-122"/>
                <a:cs typeface="Trebuchet MS" panose="020B0603020202020204" charset="0"/>
              </a:rPr>
              <a:t>U</a:t>
            </a:r>
            <a:r>
              <a:rPr lang="en-US" altLang="zh-CN" sz="3600" b="1" i="0" u="none" strike="noStrike" kern="0" cap="none" spc="0" baseline="0">
                <a:solidFill>
                  <a:schemeClr val="tx1"/>
                </a:solidFill>
                <a:latin typeface="Trebuchet MS" panose="020B0603020202020204" charset="0"/>
                <a:ea typeface="SimSun" panose="02010600030101010101" pitchFamily="2" charset="-122"/>
                <a:cs typeface="Trebuchet MS" panose="020B0603020202020204" charset="0"/>
              </a:rPr>
              <a:t>R</a:t>
            </a:r>
            <a:r>
              <a:rPr lang="en-US" altLang="zh-CN" sz="3600" b="1" i="0" u="none" strike="noStrike" kern="0" cap="none" spc="5" baseline="0">
                <a:solidFill>
                  <a:schemeClr val="tx1"/>
                </a:solidFill>
                <a:latin typeface="Trebuchet MS" panose="020B0603020202020204" charset="0"/>
                <a:ea typeface="SimSun" panose="02010600030101010101" pitchFamily="2" charset="-122"/>
                <a:cs typeface="Trebuchet MS" panose="020B0603020202020204" charset="0"/>
              </a:rPr>
              <a:t> </a:t>
            </a:r>
            <a:r>
              <a:rPr lang="en-US" altLang="zh-CN" sz="3600" b="1" i="0" u="none" strike="noStrike" kern="0" cap="none" spc="25" baseline="0">
                <a:solidFill>
                  <a:schemeClr val="tx1"/>
                </a:solidFill>
                <a:latin typeface="Trebuchet MS" panose="020B0603020202020204" charset="0"/>
                <a:ea typeface="SimSun" panose="02010600030101010101" pitchFamily="2" charset="-122"/>
                <a:cs typeface="Trebuchet MS" panose="020B0603020202020204" charset="0"/>
              </a:rPr>
              <a:t>S</a:t>
            </a:r>
            <a:r>
              <a:rPr lang="en-US" altLang="zh-CN" sz="3600" b="1" i="0" u="none" strike="noStrike" kern="0" cap="none" spc="10" baseline="0">
                <a:solidFill>
                  <a:schemeClr val="tx1"/>
                </a:solidFill>
                <a:latin typeface="Trebuchet MS" panose="020B0603020202020204" charset="0"/>
                <a:ea typeface="SimSun" panose="02010600030101010101" pitchFamily="2" charset="-122"/>
                <a:cs typeface="Trebuchet MS" panose="020B0603020202020204" charset="0"/>
              </a:rPr>
              <a:t>O</a:t>
            </a:r>
            <a:r>
              <a:rPr lang="en-US" altLang="zh-CN" sz="3600" b="1" i="0" u="none" strike="noStrike" kern="0" cap="none" spc="25" baseline="0">
                <a:solidFill>
                  <a:schemeClr val="tx1"/>
                </a:solidFill>
                <a:latin typeface="Trebuchet MS" panose="020B0603020202020204" charset="0"/>
                <a:ea typeface="SimSun" panose="02010600030101010101" pitchFamily="2" charset="-122"/>
                <a:cs typeface="Trebuchet MS" panose="020B0603020202020204" charset="0"/>
              </a:rPr>
              <a:t>LU</a:t>
            </a:r>
            <a:r>
              <a:rPr lang="en-US" altLang="zh-CN" sz="3600" b="1" i="0" u="none" strike="noStrike" kern="0" cap="none" spc="-35" baseline="0">
                <a:solidFill>
                  <a:schemeClr val="tx1"/>
                </a:solidFill>
                <a:latin typeface="Trebuchet MS" panose="020B0603020202020204" charset="0"/>
                <a:ea typeface="SimSun" panose="02010600030101010101" pitchFamily="2" charset="-122"/>
                <a:cs typeface="Trebuchet MS" panose="020B0603020202020204" charset="0"/>
              </a:rPr>
              <a:t>T</a:t>
            </a:r>
            <a:r>
              <a:rPr lang="en-US" altLang="zh-CN" sz="3600" b="1" i="0" u="none" strike="noStrike" kern="0" cap="none" spc="-30" baseline="0">
                <a:solidFill>
                  <a:schemeClr val="tx1"/>
                </a:solidFill>
                <a:latin typeface="Trebuchet MS" panose="020B0603020202020204" charset="0"/>
                <a:ea typeface="SimSun" panose="02010600030101010101" pitchFamily="2" charset="-122"/>
                <a:cs typeface="Trebuchet MS" panose="020B0603020202020204" charset="0"/>
              </a:rPr>
              <a:t>I</a:t>
            </a:r>
            <a:r>
              <a:rPr lang="en-US" altLang="zh-CN" sz="3600" b="1" i="0" u="none" strike="noStrike" kern="0" cap="none" spc="10" baseline="0">
                <a:solidFill>
                  <a:schemeClr val="tx1"/>
                </a:solidFill>
                <a:latin typeface="Trebuchet MS" panose="020B0603020202020204" charset="0"/>
                <a:ea typeface="SimSun" panose="02010600030101010101" pitchFamily="2" charset="-122"/>
                <a:cs typeface="Trebuchet MS" panose="020B0603020202020204" charset="0"/>
              </a:rPr>
              <a:t>O</a:t>
            </a:r>
            <a:r>
              <a:rPr lang="en-US" altLang="zh-CN" sz="3600" b="1" i="0" u="none" strike="noStrike" kern="0" cap="none" spc="0" baseline="0">
                <a:solidFill>
                  <a:schemeClr val="tx1"/>
                </a:solidFill>
                <a:latin typeface="Trebuchet MS" panose="020B0603020202020204" charset="0"/>
                <a:ea typeface="SimSun" panose="02010600030101010101" pitchFamily="2" charset="-122"/>
                <a:cs typeface="Trebuchet MS" panose="020B0603020202020204" charset="0"/>
              </a:rPr>
              <a:t>N</a:t>
            </a:r>
            <a:r>
              <a:rPr lang="en-US" altLang="zh-CN" sz="3600" b="1" i="0" u="none" strike="noStrike" kern="0" cap="none" spc="-345" baseline="0">
                <a:solidFill>
                  <a:schemeClr val="tx1"/>
                </a:solidFill>
                <a:latin typeface="Trebuchet MS" panose="020B0603020202020204" charset="0"/>
                <a:ea typeface="SimSun" panose="02010600030101010101" pitchFamily="2" charset="-122"/>
                <a:cs typeface="Trebuchet MS" panose="020B0603020202020204" charset="0"/>
              </a:rPr>
              <a:t> </a:t>
            </a:r>
            <a:r>
              <a:rPr lang="en-US" altLang="zh-CN" sz="3600" b="1" i="0" u="none" strike="noStrike" kern="0" cap="none" spc="-35" baseline="0">
                <a:solidFill>
                  <a:schemeClr val="tx1"/>
                </a:solidFill>
                <a:latin typeface="Trebuchet MS" panose="020B0603020202020204" charset="0"/>
                <a:ea typeface="SimSun" panose="02010600030101010101" pitchFamily="2" charset="-122"/>
                <a:cs typeface="Trebuchet MS" panose="020B0603020202020204" charset="0"/>
              </a:rPr>
              <a:t>A</a:t>
            </a:r>
            <a:r>
              <a:rPr lang="en-US" altLang="zh-CN" sz="3600" b="1" i="0" u="none" strike="noStrike" kern="0" cap="none" spc="-5" baseline="0">
                <a:solidFill>
                  <a:schemeClr val="tx1"/>
                </a:solidFill>
                <a:latin typeface="Trebuchet MS" panose="020B0603020202020204" charset="0"/>
                <a:ea typeface="SimSun" panose="02010600030101010101" pitchFamily="2" charset="-122"/>
                <a:cs typeface="Trebuchet MS" panose="020B0603020202020204" charset="0"/>
              </a:rPr>
              <a:t>N</a:t>
            </a:r>
            <a:r>
              <a:rPr lang="en-US" altLang="zh-CN" sz="3600" b="1" i="0" u="none" strike="noStrike" kern="0" cap="none" spc="0" baseline="0">
                <a:solidFill>
                  <a:schemeClr val="tx1"/>
                </a:solidFill>
                <a:latin typeface="Trebuchet MS" panose="020B0603020202020204" charset="0"/>
                <a:ea typeface="SimSun" panose="02010600030101010101" pitchFamily="2" charset="-122"/>
                <a:cs typeface="Trebuchet MS" panose="020B0603020202020204" charset="0"/>
              </a:rPr>
              <a:t>D</a:t>
            </a:r>
            <a:r>
              <a:rPr lang="en-US" altLang="zh-CN" sz="3600" b="1" i="0" u="none" strike="noStrike" kern="0" cap="none" spc="35" baseline="0">
                <a:solidFill>
                  <a:schemeClr val="tx1"/>
                </a:solidFill>
                <a:latin typeface="Trebuchet MS" panose="020B0603020202020204" charset="0"/>
                <a:ea typeface="SimSun" panose="02010600030101010101" pitchFamily="2" charset="-122"/>
                <a:cs typeface="Trebuchet MS" panose="020B0603020202020204" charset="0"/>
              </a:rPr>
              <a:t> </a:t>
            </a:r>
            <a:r>
              <a:rPr lang="en-US" altLang="zh-CN" sz="3600" b="1" i="0" u="none" strike="noStrike" kern="0" cap="none" spc="-30" baseline="0">
                <a:solidFill>
                  <a:schemeClr val="tx1"/>
                </a:solidFill>
                <a:latin typeface="Trebuchet MS" panose="020B0603020202020204" charset="0"/>
                <a:ea typeface="SimSun" panose="02010600030101010101" pitchFamily="2" charset="-122"/>
                <a:cs typeface="Trebuchet MS" panose="020B0603020202020204" charset="0"/>
              </a:rPr>
              <a:t>I</a:t>
            </a:r>
            <a:r>
              <a:rPr lang="en-US" altLang="zh-CN" sz="3600" b="1" i="0" u="none" strike="noStrike" kern="0" cap="none" spc="-35" baseline="0">
                <a:solidFill>
                  <a:schemeClr val="tx1"/>
                </a:solidFill>
                <a:latin typeface="Trebuchet MS" panose="020B0603020202020204" charset="0"/>
                <a:ea typeface="SimSun" panose="02010600030101010101" pitchFamily="2" charset="-122"/>
                <a:cs typeface="Trebuchet MS" panose="020B0603020202020204" charset="0"/>
              </a:rPr>
              <a:t>T</a:t>
            </a:r>
            <a:r>
              <a:rPr lang="en-US" altLang="zh-CN" sz="3600" b="1" i="0" u="none" strike="noStrike" kern="0" cap="none" spc="0" baseline="0">
                <a:solidFill>
                  <a:schemeClr val="tx1"/>
                </a:solidFill>
                <a:latin typeface="Trebuchet MS" panose="020B0603020202020204" charset="0"/>
                <a:ea typeface="SimSun" panose="02010600030101010101" pitchFamily="2" charset="-122"/>
                <a:cs typeface="Trebuchet MS" panose="020B0603020202020204" charset="0"/>
              </a:rPr>
              <a:t>S</a:t>
            </a:r>
            <a:r>
              <a:rPr lang="en-US" altLang="zh-CN" sz="3600" b="1" i="0" u="none" strike="noStrike" kern="0" cap="none" spc="60" baseline="0">
                <a:solidFill>
                  <a:schemeClr val="tx1"/>
                </a:solidFill>
                <a:latin typeface="Trebuchet MS" panose="020B0603020202020204" charset="0"/>
                <a:ea typeface="SimSun" panose="02010600030101010101" pitchFamily="2" charset="-122"/>
                <a:cs typeface="Trebuchet MS" panose="020B0603020202020204" charset="0"/>
              </a:rPr>
              <a:t> </a:t>
            </a:r>
            <a:r>
              <a:rPr lang="en-US" altLang="zh-CN" sz="3600" b="1" i="0" u="none" strike="noStrike" kern="0" cap="none" spc="-295" baseline="0">
                <a:solidFill>
                  <a:schemeClr val="tx1"/>
                </a:solidFill>
                <a:latin typeface="Trebuchet MS" panose="020B0603020202020204" charset="0"/>
                <a:ea typeface="SimSun" panose="02010600030101010101" pitchFamily="2" charset="-122"/>
                <a:cs typeface="Trebuchet MS" panose="020B0603020202020204" charset="0"/>
              </a:rPr>
              <a:t>V</a:t>
            </a:r>
            <a:r>
              <a:rPr lang="en-US" altLang="zh-CN" sz="3600" b="1" i="0" u="none" strike="noStrike" kern="0" cap="none" spc="-35" baseline="0">
                <a:solidFill>
                  <a:schemeClr val="tx1"/>
                </a:solidFill>
                <a:latin typeface="Trebuchet MS" panose="020B0603020202020204" charset="0"/>
                <a:ea typeface="SimSun" panose="02010600030101010101" pitchFamily="2" charset="-122"/>
                <a:cs typeface="Trebuchet MS" panose="020B0603020202020204" charset="0"/>
              </a:rPr>
              <a:t>A</a:t>
            </a:r>
            <a:r>
              <a:rPr lang="en-US" altLang="zh-CN" sz="3600" b="1" i="0" u="none" strike="noStrike" kern="0" cap="none" spc="25" baseline="0">
                <a:solidFill>
                  <a:schemeClr val="tx1"/>
                </a:solidFill>
                <a:latin typeface="Trebuchet MS" panose="020B0603020202020204" charset="0"/>
                <a:ea typeface="SimSun" panose="02010600030101010101" pitchFamily="2" charset="-122"/>
                <a:cs typeface="Trebuchet MS" panose="020B0603020202020204" charset="0"/>
              </a:rPr>
              <a:t>LU</a:t>
            </a:r>
            <a:r>
              <a:rPr lang="en-US" altLang="zh-CN" sz="3600" b="1" i="0" u="none" strike="noStrike" kern="0" cap="none" spc="0" baseline="0">
                <a:solidFill>
                  <a:schemeClr val="tx1"/>
                </a:solidFill>
                <a:latin typeface="Trebuchet MS" panose="020B0603020202020204" charset="0"/>
                <a:ea typeface="SimSun" panose="02010600030101010101" pitchFamily="2" charset="-122"/>
                <a:cs typeface="Trebuchet MS" panose="020B0603020202020204" charset="0"/>
              </a:rPr>
              <a:t>E</a:t>
            </a:r>
            <a:r>
              <a:rPr lang="en-US" altLang="zh-CN" sz="3600" b="1" i="0" u="none" strike="noStrike" kern="0" cap="none" spc="-65" baseline="0">
                <a:solidFill>
                  <a:schemeClr val="tx1"/>
                </a:solidFill>
                <a:latin typeface="Trebuchet MS" panose="020B0603020202020204" charset="0"/>
                <a:ea typeface="SimSun" panose="02010600030101010101" pitchFamily="2" charset="-122"/>
                <a:cs typeface="Trebuchet MS" panose="020B0603020202020204" charset="0"/>
              </a:rPr>
              <a:t> </a:t>
            </a:r>
            <a:r>
              <a:rPr lang="en-US" altLang="zh-CN" sz="3600" b="1" i="0" u="none" strike="noStrike" kern="0" cap="none" spc="-15" baseline="0">
                <a:solidFill>
                  <a:schemeClr val="tx1"/>
                </a:solidFill>
                <a:latin typeface="Trebuchet MS" panose="020B0603020202020204" charset="0"/>
                <a:ea typeface="SimSun" panose="02010600030101010101" pitchFamily="2" charset="-122"/>
                <a:cs typeface="Trebuchet MS" panose="020B0603020202020204" charset="0"/>
              </a:rPr>
              <a:t>P</a:t>
            </a:r>
            <a:r>
              <a:rPr lang="en-US" altLang="zh-CN" sz="3600" b="1" i="0" u="none" strike="noStrike" kern="0" cap="none" spc="-30" baseline="0">
                <a:solidFill>
                  <a:schemeClr val="tx1"/>
                </a:solidFill>
                <a:latin typeface="Trebuchet MS" panose="020B0603020202020204" charset="0"/>
                <a:ea typeface="SimSun" panose="02010600030101010101" pitchFamily="2" charset="-122"/>
                <a:cs typeface="Trebuchet MS" panose="020B0603020202020204" charset="0"/>
              </a:rPr>
              <a:t>R</a:t>
            </a:r>
            <a:r>
              <a:rPr lang="en-US" altLang="zh-CN" sz="3600" b="1" i="0" u="none" strike="noStrike" kern="0" cap="none" spc="10" baseline="0">
                <a:solidFill>
                  <a:schemeClr val="tx1"/>
                </a:solidFill>
                <a:latin typeface="Trebuchet MS" panose="020B0603020202020204" charset="0"/>
                <a:ea typeface="SimSun" panose="02010600030101010101" pitchFamily="2" charset="-122"/>
                <a:cs typeface="Trebuchet MS" panose="020B0603020202020204" charset="0"/>
              </a:rPr>
              <a:t>O</a:t>
            </a:r>
            <a:r>
              <a:rPr lang="en-US" altLang="zh-CN" sz="3600" b="1" i="0" u="none" strike="noStrike" kern="0" cap="none" spc="-15" baseline="0">
                <a:solidFill>
                  <a:schemeClr val="tx1"/>
                </a:solidFill>
                <a:latin typeface="Trebuchet MS" panose="020B0603020202020204" charset="0"/>
                <a:ea typeface="SimSun" panose="02010600030101010101" pitchFamily="2" charset="-122"/>
                <a:cs typeface="Trebuchet MS" panose="020B0603020202020204" charset="0"/>
              </a:rPr>
              <a:t>P</a:t>
            </a:r>
            <a:r>
              <a:rPr lang="en-US" altLang="zh-CN" sz="3600" b="1" i="0" u="none" strike="noStrike" kern="0" cap="none" spc="10" baseline="0">
                <a:solidFill>
                  <a:schemeClr val="tx1"/>
                </a:solidFill>
                <a:latin typeface="Trebuchet MS" panose="020B0603020202020204" charset="0"/>
                <a:ea typeface="SimSun" panose="02010600030101010101" pitchFamily="2" charset="-122"/>
                <a:cs typeface="Trebuchet MS" panose="020B0603020202020204" charset="0"/>
              </a:rPr>
              <a:t>O</a:t>
            </a:r>
            <a:r>
              <a:rPr lang="en-US" altLang="zh-CN" sz="3600" b="1" i="0" u="none" strike="noStrike" kern="0" cap="none" spc="25" baseline="0">
                <a:solidFill>
                  <a:schemeClr val="tx1"/>
                </a:solidFill>
                <a:latin typeface="Trebuchet MS" panose="020B0603020202020204" charset="0"/>
                <a:ea typeface="SimSun" panose="02010600030101010101" pitchFamily="2" charset="-122"/>
                <a:cs typeface="Trebuchet MS" panose="020B0603020202020204" charset="0"/>
              </a:rPr>
              <a:t>S</a:t>
            </a:r>
            <a:r>
              <a:rPr lang="en-US" altLang="zh-CN" sz="3600" b="1" i="0" u="none" strike="noStrike" kern="0" cap="none" spc="-30" baseline="0">
                <a:solidFill>
                  <a:schemeClr val="tx1"/>
                </a:solidFill>
                <a:latin typeface="Trebuchet MS" panose="020B0603020202020204" charset="0"/>
                <a:ea typeface="SimSun" panose="02010600030101010101" pitchFamily="2" charset="-122"/>
                <a:cs typeface="Trebuchet MS" panose="020B0603020202020204" charset="0"/>
              </a:rPr>
              <a:t>I</a:t>
            </a:r>
            <a:r>
              <a:rPr lang="en-US" altLang="zh-CN" sz="3600" b="1" i="0" u="none" strike="noStrike" kern="0" cap="none" spc="-35" baseline="0">
                <a:solidFill>
                  <a:schemeClr val="tx1"/>
                </a:solidFill>
                <a:latin typeface="Trebuchet MS" panose="020B0603020202020204" charset="0"/>
                <a:ea typeface="SimSun" panose="02010600030101010101" pitchFamily="2" charset="-122"/>
                <a:cs typeface="Trebuchet MS" panose="020B0603020202020204" charset="0"/>
              </a:rPr>
              <a:t>T</a:t>
            </a:r>
            <a:r>
              <a:rPr lang="en-US" altLang="zh-CN" sz="3600" b="1" i="0" u="none" strike="noStrike" kern="0" cap="none" spc="-30" baseline="0">
                <a:solidFill>
                  <a:schemeClr val="tx1"/>
                </a:solidFill>
                <a:latin typeface="Trebuchet MS" panose="020B0603020202020204" charset="0"/>
                <a:ea typeface="SimSun" panose="02010600030101010101" pitchFamily="2" charset="-122"/>
                <a:cs typeface="Trebuchet MS" panose="020B0603020202020204" charset="0"/>
              </a:rPr>
              <a:t>I</a:t>
            </a:r>
            <a:r>
              <a:rPr lang="en-US" altLang="zh-CN" sz="3600" b="1" i="0" u="none" strike="noStrike" kern="0" cap="none" spc="10" baseline="0">
                <a:solidFill>
                  <a:schemeClr val="tx1"/>
                </a:solidFill>
                <a:latin typeface="Trebuchet MS" panose="020B0603020202020204" charset="0"/>
                <a:ea typeface="SimSun" panose="02010600030101010101" pitchFamily="2" charset="-122"/>
                <a:cs typeface="Trebuchet MS" panose="020B0603020202020204" charset="0"/>
              </a:rPr>
              <a:t>O</a:t>
            </a:r>
            <a:r>
              <a:rPr lang="en-US" altLang="zh-CN" sz="3600" b="1" i="0" u="none" strike="noStrike" kern="0" cap="none" spc="0" baseline="0">
                <a:solidFill>
                  <a:schemeClr val="tx1"/>
                </a:solidFill>
                <a:latin typeface="Trebuchet MS" panose="020B0603020202020204" charset="0"/>
                <a:ea typeface="SimSun" panose="02010600030101010101" pitchFamily="2" charset="-122"/>
                <a:cs typeface="Trebuchet MS" panose="020B0603020202020204" charset="0"/>
              </a:rPr>
              <a:t>N</a:t>
            </a:r>
            <a:endParaRPr lang="zh-CN" altLang="en-US" sz="3600" b="1" i="0" u="none" strike="noStrike" kern="0" cap="none" spc="0" baseline="0">
              <a:solidFill>
                <a:schemeClr val="tx1"/>
              </a:solidFill>
              <a:latin typeface="Trebuchet MS" panose="020B0603020202020204" charset="0"/>
              <a:ea typeface="SimSun" panose="02010600030101010101" pitchFamily="2" charset="-122"/>
              <a:cs typeface="Trebuchet MS" panose="020B0603020202020204" charset="0"/>
            </a:endParaRPr>
          </a:p>
        </p:txBody>
      </p:sp>
      <p:sp>
        <p:nvSpPr>
          <p:cNvPr id="151" name="文本框"/>
          <p:cNvSpPr>
            <a:spLocks noGrp="1"/>
          </p:cNvSpPr>
          <p:nvPr>
            <p:ph type="body" idx="1"/>
          </p:nvPr>
        </p:nvSpPr>
        <p:spPr>
          <a:xfrm>
            <a:off x="2521527" y="1984509"/>
            <a:ext cx="8831891" cy="2585322"/>
          </a:xfrm>
          <a:prstGeom prst="rect">
            <a:avLst/>
          </a:prstGeom>
          <a:noFill/>
          <a:ln w="12700" cap="flat" cmpd="sng">
            <a:noFill/>
            <a:prstDash val="solid"/>
            <a:miter/>
          </a:ln>
        </p:spPr>
        <p:txBody>
          <a:bodyPr vert="horz" wrap="square" lIns="91440" tIns="45720" rIns="91440" bIns="45720" anchor="t" anchorCtr="0"/>
          <a:lstStyle/>
          <a:p>
            <a:pPr marL="0" indent="0" algn="l">
              <a:lnSpc>
                <a:spcPct val="100000"/>
              </a:lnSpc>
              <a:spcBef>
                <a:spcPts val="0"/>
              </a:spcBef>
              <a:spcAft>
                <a:spcPts val="0"/>
              </a:spcAft>
              <a:buNone/>
            </a:pPr>
            <a:r>
              <a:rPr lang="en-US" altLang="zh-CN" sz="2800" b="0" i="0" u="none" strike="noStrike" kern="0" cap="none" spc="0" baseline="0" dirty="0">
                <a:latin typeface="Times New Roman" panose="02020603050405020304" pitchFamily="18" charset="0"/>
                <a:ea typeface="SimSun" panose="02010600030101010101" pitchFamily="2" charset="-122"/>
                <a:cs typeface="Times New Roman" panose="02020603050405020304" pitchFamily="18" charset="0"/>
              </a:rPr>
              <a:t>A robust and integrated system designed to streamline and enhance the evaluation, management, and development of employee performance within the organization. The system incorporates standardized evaluation frameworks, advanced metrics, continuous feedback mechanisms, and development planning tools.</a:t>
            </a:r>
            <a:endParaRPr lang="zh-CN" altLang="en-US" sz="2800" b="0" i="0" u="none" strike="noStrike" kern="0" cap="none" spc="0" baseline="0" dirty="0">
              <a:latin typeface="Times New Roman" panose="02020603050405020304" pitchFamily="18" charset="0"/>
              <a:ea typeface="SimSun" panose="02010600030101010101" pitchFamily="2" charset="-122"/>
              <a:cs typeface="Times New Roman" panose="02020603050405020304" pitchFamily="18" charset="0"/>
            </a:endParaRPr>
          </a:p>
        </p:txBody>
      </p:sp>
      <p:sp>
        <p:nvSpPr>
          <p:cNvPr id="152" name="文本框"/>
          <p:cNvSpPr>
            <a:spLocks noGrp="1"/>
          </p:cNvSpPr>
          <p:nvPr>
            <p:ph type="sldNum" idx="7"/>
          </p:nvPr>
        </p:nvSpPr>
        <p:spPr>
          <a:xfrm>
            <a:off x="11353418" y="6473336"/>
            <a:ext cx="151129" cy="168909"/>
          </a:xfrm>
          <a:prstGeom prst="rect">
            <a:avLst/>
          </a:prstGeom>
          <a:noFill/>
          <a:ln cap="flat" cmpd="sng">
            <a:noFill/>
            <a:prstDash val="solid"/>
            <a:miter/>
          </a:ln>
        </p:spPr>
        <p:txBody>
          <a:bodyPr vert="horz" wrap="square" lIns="0" tIns="6985" rIns="0" bIns="0" anchor="t" anchorCtr="0">
            <a:spAutoFit/>
          </a:bodyPr>
          <a:lstStyle/>
          <a:p>
            <a:pPr marL="38100" indent="0" algn="l">
              <a:lnSpc>
                <a:spcPct val="100000"/>
              </a:lnSpc>
              <a:spcBef>
                <a:spcPts val="55"/>
              </a:spcBef>
              <a:spcAft>
                <a:spcPts val="0"/>
              </a:spcAft>
              <a:buNone/>
            </a:pPr>
            <a:fld id="{CAD2D6BD-DE1B-4B5F-8B41-2702339687B9}" type="slidenum">
              <a:rPr lang="en-US" altLang="zh-CN" sz="1100" b="0" i="0" u="none" strike="noStrike" kern="1200" cap="none" spc="10" baseline="0">
                <a:solidFill>
                  <a:srgbClr val="2D936B"/>
                </a:solidFill>
                <a:latin typeface="Trebuchet MS" panose="020B0603020202020204" charset="0"/>
                <a:ea typeface="SimSun" panose="02010600030101010101" pitchFamily="2" charset="-122"/>
                <a:cs typeface="Trebuchet MS" panose="020B0603020202020204" charset="0"/>
              </a:rPr>
            </a:fld>
            <a:endParaRPr lang="zh-CN" altLang="en-US" sz="1100" b="0" i="0" u="none" strike="noStrike" kern="1200" cap="none" spc="10" baseline="0">
              <a:solidFill>
                <a:srgbClr val="2D936B"/>
              </a:solidFill>
              <a:latin typeface="Trebuchet MS" panose="020B0603020202020204" charset="0"/>
              <a:ea typeface="SimSun" panose="02010600030101010101" pitchFamily="2" charset="-122"/>
              <a:cs typeface="Trebuchet MS" panose="020B0603020202020204" charset="0"/>
            </a:endParaRPr>
          </a:p>
        </p:txBody>
      </p:sp>
      <p:pic>
        <p:nvPicPr>
          <p:cNvPr id="153" name="图片"/>
          <p:cNvPicPr/>
          <p:nvPr/>
        </p:nvPicPr>
        <p:blipFill>
          <a:blip r:embed="rId2" cstate="print"/>
          <a:stretch>
            <a:fillRect/>
          </a:stretch>
        </p:blipFill>
        <p:spPr>
          <a:xfrm>
            <a:off x="676275" y="6467475"/>
            <a:ext cx="2143125" cy="200024"/>
          </a:xfrm>
          <a:prstGeom prst="rect">
            <a:avLst/>
          </a:prstGeom>
          <a:noFill/>
          <a:ln w="12700" cap="flat" cmpd="sng">
            <a:noFill/>
            <a:prstDash val="solid"/>
            <a:miter/>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4" name="文本框"/>
          <p:cNvSpPr>
            <a:spLocks noGrp="1"/>
          </p:cNvSpPr>
          <p:nvPr>
            <p:ph type="title"/>
          </p:nvPr>
        </p:nvSpPr>
        <p:spPr>
          <a:xfrm>
            <a:off x="755333" y="385444"/>
            <a:ext cx="6352050" cy="830997"/>
          </a:xfrm>
          <a:prstGeom prst="rect">
            <a:avLst/>
          </a:prstGeom>
          <a:noFill/>
          <a:ln w="12700" cap="flat" cmpd="sng">
            <a:noFill/>
            <a:prstDash val="solid"/>
            <a:miter/>
          </a:ln>
        </p:spPr>
        <p:txBody>
          <a:bodyPr vert="horz" wrap="square" lIns="91440" tIns="45720" rIns="91440" bIns="45720" anchor="t" anchorCtr="0"/>
          <a:lstStyle/>
          <a:p>
            <a:pPr marL="0" indent="0" algn="l">
              <a:lnSpc>
                <a:spcPct val="100000"/>
              </a:lnSpc>
              <a:spcBef>
                <a:spcPts val="0"/>
              </a:spcBef>
              <a:spcAft>
                <a:spcPts val="0"/>
              </a:spcAft>
              <a:buNone/>
            </a:pPr>
            <a:r>
              <a:rPr lang="en-US" altLang="zh-CN" sz="4800" b="1" i="0" u="none" strike="noStrike" kern="0" cap="none" spc="0" baseline="0" dirty="0">
                <a:solidFill>
                  <a:schemeClr val="tx1"/>
                </a:solidFill>
                <a:latin typeface="Times New Roman" panose="02020603050405020304" pitchFamily="18" charset="0"/>
                <a:cs typeface="Times New Roman" panose="02020603050405020304" pitchFamily="18" charset="0"/>
              </a:rPr>
              <a:t>Dataset Description</a:t>
            </a:r>
            <a:endParaRPr lang="zh-CN" altLang="en-US" sz="4800" b="1" i="0" u="none" strike="noStrike" kern="0" cap="none" spc="0" baseline="0" dirty="0">
              <a:solidFill>
                <a:schemeClr val="tx1"/>
              </a:solidFill>
              <a:latin typeface="Times New Roman" panose="02020603050405020304" pitchFamily="18" charset="0"/>
              <a:cs typeface="Times New Roman" panose="02020603050405020304" pitchFamily="18" charset="0"/>
            </a:endParaRPr>
          </a:p>
        </p:txBody>
      </p:sp>
      <p:sp>
        <p:nvSpPr>
          <p:cNvPr id="155" name="文本框"/>
          <p:cNvSpPr>
            <a:spLocks noGrp="1"/>
          </p:cNvSpPr>
          <p:nvPr>
            <p:ph type="body" idx="1"/>
          </p:nvPr>
        </p:nvSpPr>
        <p:spPr>
          <a:xfrm>
            <a:off x="609600" y="1577340"/>
            <a:ext cx="10972800" cy="4247317"/>
          </a:xfrm>
          <a:prstGeom prst="rect">
            <a:avLst/>
          </a:prstGeom>
          <a:noFill/>
          <a:ln w="12700" cap="flat" cmpd="sng">
            <a:noFill/>
            <a:prstDash val="solid"/>
            <a:miter/>
          </a:ln>
        </p:spPr>
        <p:txBody>
          <a:bodyPr vert="horz" wrap="square" lIns="91440" tIns="45720" rIns="91440" bIns="45720" anchor="t" anchorCtr="0"/>
          <a:lstStyle/>
          <a:p>
            <a:pPr marL="285750" indent="-285750" algn="l">
              <a:lnSpc>
                <a:spcPct val="100000"/>
              </a:lnSpc>
              <a:spcBef>
                <a:spcPts val="0"/>
              </a:spcBef>
              <a:spcAft>
                <a:spcPts val="0"/>
              </a:spcAft>
              <a:buFont typeface="Arial" panose="020B0604020202020204" pitchFamily="34" charset="0"/>
              <a:buChar char="•"/>
            </a:pPr>
            <a:r>
              <a:rPr lang="en-US" altLang="zh-CN" sz="1800" b="0" i="0" u="none" strike="noStrike" kern="0" cap="none" spc="0" baseline="0" dirty="0">
                <a:latin typeface="Times New Roman" panose="02020603050405020304" pitchFamily="18" charset="0"/>
                <a:cs typeface="Times New Roman" panose="02020603050405020304" pitchFamily="18" charset="0"/>
              </a:rPr>
              <a:t>Employee data set taken from the KAGGLE.</a:t>
            </a:r>
            <a:endParaRPr lang="en-US" altLang="zh-CN" sz="1800" b="0" i="0" u="none" strike="noStrike" kern="0" cap="none" spc="0" baseline="0" dirty="0">
              <a:latin typeface="Times New Roman" panose="02020603050405020304" pitchFamily="18" charset="0"/>
              <a:cs typeface="Times New Roman" panose="02020603050405020304" pitchFamily="18" charset="0"/>
            </a:endParaRPr>
          </a:p>
          <a:p>
            <a:pPr marL="285750" indent="-285750" algn="l">
              <a:lnSpc>
                <a:spcPct val="100000"/>
              </a:lnSpc>
              <a:spcBef>
                <a:spcPts val="0"/>
              </a:spcBef>
              <a:spcAft>
                <a:spcPts val="0"/>
              </a:spcAft>
              <a:buFont typeface="Arial" panose="020B0604020202020204" pitchFamily="34" charset="0"/>
              <a:buChar char="•"/>
            </a:pPr>
            <a:r>
              <a:rPr lang="en-US" altLang="zh-CN" sz="1800" b="0" i="0" u="none" strike="noStrike" kern="0" cap="none" spc="0" baseline="0" dirty="0">
                <a:latin typeface="Times New Roman" panose="02020603050405020304" pitchFamily="18" charset="0"/>
                <a:cs typeface="Times New Roman" panose="02020603050405020304" pitchFamily="18" charset="0"/>
              </a:rPr>
              <a:t>In dataset, out of 26 data I took only 9 features out of it.</a:t>
            </a:r>
            <a:endParaRPr lang="en-US" altLang="zh-CN" sz="1800" b="0" i="0" u="none" strike="noStrike" kern="0" cap="none" spc="0" baseline="0" dirty="0">
              <a:latin typeface="Times New Roman" panose="02020603050405020304" pitchFamily="18" charset="0"/>
              <a:cs typeface="Times New Roman" panose="02020603050405020304" pitchFamily="18" charset="0"/>
            </a:endParaRPr>
          </a:p>
          <a:p>
            <a:pPr marL="285750" indent="-285750" algn="l">
              <a:lnSpc>
                <a:spcPct val="100000"/>
              </a:lnSpc>
              <a:spcBef>
                <a:spcPts val="0"/>
              </a:spcBef>
              <a:spcAft>
                <a:spcPts val="0"/>
              </a:spcAft>
              <a:buFont typeface="Arial" panose="020B0604020202020204" pitchFamily="34" charset="0"/>
              <a:buChar char="•"/>
            </a:pPr>
            <a:r>
              <a:rPr lang="en-US" altLang="zh-CN" sz="1800" b="0" i="0" u="none" strike="noStrike" kern="0" cap="none" spc="0" baseline="0" dirty="0">
                <a:solidFill>
                  <a:srgbClr val="7030A0"/>
                </a:solidFill>
                <a:latin typeface="Times New Roman" panose="02020603050405020304" pitchFamily="18" charset="0"/>
                <a:cs typeface="Times New Roman" panose="02020603050405020304" pitchFamily="18" charset="0"/>
              </a:rPr>
              <a:t>The selected 10 features are listed below:</a:t>
            </a:r>
            <a:endParaRPr lang="en-US" altLang="zh-CN" sz="1800" b="0" i="0" u="none" strike="noStrike" kern="0" cap="none" spc="0" baseline="0" dirty="0">
              <a:solidFill>
                <a:srgbClr val="7030A0"/>
              </a:solidFill>
              <a:latin typeface="Times New Roman" panose="02020603050405020304" pitchFamily="18" charset="0"/>
              <a:cs typeface="Times New Roman" panose="02020603050405020304" pitchFamily="18" charset="0"/>
            </a:endParaRPr>
          </a:p>
          <a:p>
            <a:pPr marL="0" indent="0" algn="l">
              <a:lnSpc>
                <a:spcPct val="100000"/>
              </a:lnSpc>
              <a:spcBef>
                <a:spcPts val="0"/>
              </a:spcBef>
              <a:spcAft>
                <a:spcPts val="0"/>
              </a:spcAft>
              <a:buNone/>
            </a:pPr>
            <a:endParaRPr lang="en-US" altLang="zh-CN" sz="1800" b="0" i="0" u="none" strike="noStrike" kern="0" cap="none" spc="0" baseline="0" dirty="0">
              <a:solidFill>
                <a:srgbClr val="3F3151"/>
              </a:solidFill>
              <a:latin typeface="Times New Roman" panose="02020603050405020304" pitchFamily="18" charset="0"/>
              <a:cs typeface="Times New Roman" panose="02020603050405020304" pitchFamily="18" charset="0"/>
            </a:endParaRPr>
          </a:p>
          <a:p>
            <a:pPr marL="342900" indent="-342900" algn="l">
              <a:lnSpc>
                <a:spcPct val="100000"/>
              </a:lnSpc>
              <a:spcBef>
                <a:spcPts val="0"/>
              </a:spcBef>
              <a:spcAft>
                <a:spcPts val="0"/>
              </a:spcAft>
              <a:buClrTx/>
              <a:buAutoNum type="arabicPeriod"/>
            </a:pPr>
            <a:r>
              <a:rPr lang="en-US" altLang="zh-CN" sz="1800" b="0" i="0" u="none" strike="noStrike" kern="0" cap="none" spc="0" baseline="0" dirty="0">
                <a:solidFill>
                  <a:schemeClr val="tx1"/>
                </a:solidFill>
                <a:latin typeface="Times New Roman" panose="02020603050405020304" pitchFamily="18" charset="0"/>
                <a:cs typeface="Times New Roman" panose="02020603050405020304" pitchFamily="18" charset="0"/>
              </a:rPr>
              <a:t>Employee ID</a:t>
            </a:r>
            <a:endParaRPr lang="en-US" altLang="zh-CN" sz="1800" b="0" i="0" u="none" strike="noStrike" kern="0" cap="none" spc="0" baseline="0" dirty="0">
              <a:solidFill>
                <a:schemeClr val="tx1"/>
              </a:solidFill>
              <a:latin typeface="Times New Roman" panose="02020603050405020304" pitchFamily="18" charset="0"/>
              <a:cs typeface="Times New Roman" panose="02020603050405020304" pitchFamily="18" charset="0"/>
            </a:endParaRPr>
          </a:p>
          <a:p>
            <a:pPr marL="342900" indent="-342900" algn="l">
              <a:lnSpc>
                <a:spcPct val="100000"/>
              </a:lnSpc>
              <a:spcBef>
                <a:spcPts val="0"/>
              </a:spcBef>
              <a:spcAft>
                <a:spcPts val="0"/>
              </a:spcAft>
              <a:buClrTx/>
              <a:buAutoNum type="arabicPeriod"/>
            </a:pPr>
            <a:r>
              <a:rPr lang="en-US" altLang="zh-CN" sz="1800" b="0" i="0" u="none" strike="noStrike" kern="0" cap="none" spc="0" baseline="0" dirty="0">
                <a:solidFill>
                  <a:schemeClr val="tx1"/>
                </a:solidFill>
                <a:latin typeface="Times New Roman" panose="02020603050405020304" pitchFamily="18" charset="0"/>
                <a:cs typeface="Times New Roman" panose="02020603050405020304" pitchFamily="18" charset="0"/>
              </a:rPr>
              <a:t>First name</a:t>
            </a:r>
            <a:endParaRPr lang="en-US" altLang="zh-CN" sz="1800" b="0" i="0" u="none" strike="noStrike" kern="0" cap="none" spc="0" baseline="0" dirty="0">
              <a:solidFill>
                <a:schemeClr val="tx1"/>
              </a:solidFill>
              <a:latin typeface="Times New Roman" panose="02020603050405020304" pitchFamily="18" charset="0"/>
              <a:cs typeface="Times New Roman" panose="02020603050405020304" pitchFamily="18" charset="0"/>
            </a:endParaRPr>
          </a:p>
          <a:p>
            <a:pPr marL="342900" indent="-342900" algn="l">
              <a:lnSpc>
                <a:spcPct val="100000"/>
              </a:lnSpc>
              <a:spcBef>
                <a:spcPts val="0"/>
              </a:spcBef>
              <a:spcAft>
                <a:spcPts val="0"/>
              </a:spcAft>
              <a:buClrTx/>
              <a:buAutoNum type="arabicPeriod"/>
            </a:pPr>
            <a:r>
              <a:rPr lang="en-US" altLang="zh-CN" sz="1800" b="0" i="0" u="none" strike="noStrike" kern="0" cap="none" spc="0" baseline="0" dirty="0">
                <a:solidFill>
                  <a:schemeClr val="tx1"/>
                </a:solidFill>
                <a:latin typeface="Times New Roman" panose="02020603050405020304" pitchFamily="18" charset="0"/>
                <a:cs typeface="Times New Roman" panose="02020603050405020304" pitchFamily="18" charset="0"/>
              </a:rPr>
              <a:t>Last name</a:t>
            </a:r>
            <a:endParaRPr lang="en-US" altLang="zh-CN" sz="1800" b="0" i="0" u="none" strike="noStrike" kern="0" cap="none" spc="0" baseline="0" dirty="0">
              <a:solidFill>
                <a:schemeClr val="tx1"/>
              </a:solidFill>
              <a:latin typeface="Times New Roman" panose="02020603050405020304" pitchFamily="18" charset="0"/>
              <a:cs typeface="Times New Roman" panose="02020603050405020304" pitchFamily="18" charset="0"/>
            </a:endParaRPr>
          </a:p>
          <a:p>
            <a:pPr marL="342900" indent="-342900" algn="l">
              <a:lnSpc>
                <a:spcPct val="100000"/>
              </a:lnSpc>
              <a:spcBef>
                <a:spcPts val="0"/>
              </a:spcBef>
              <a:spcAft>
                <a:spcPts val="0"/>
              </a:spcAft>
              <a:buClrTx/>
              <a:buAutoNum type="arabicPeriod"/>
            </a:pPr>
            <a:r>
              <a:rPr lang="en-US" altLang="zh-CN" sz="1800" b="0" i="0" u="none" strike="noStrike" kern="0" cap="none" spc="0" baseline="0" dirty="0">
                <a:solidFill>
                  <a:schemeClr val="tx1"/>
                </a:solidFill>
                <a:latin typeface="Times New Roman" panose="02020603050405020304" pitchFamily="18" charset="0"/>
                <a:cs typeface="Times New Roman" panose="02020603050405020304" pitchFamily="18" charset="0"/>
              </a:rPr>
              <a:t>Business unit</a:t>
            </a:r>
            <a:endParaRPr lang="en-US" altLang="zh-CN" sz="1800" b="0" i="0" u="none" strike="noStrike" kern="0" cap="none" spc="0" baseline="0" dirty="0">
              <a:solidFill>
                <a:schemeClr val="tx1"/>
              </a:solidFill>
              <a:latin typeface="Times New Roman" panose="02020603050405020304" pitchFamily="18" charset="0"/>
              <a:cs typeface="Times New Roman" panose="02020603050405020304" pitchFamily="18" charset="0"/>
            </a:endParaRPr>
          </a:p>
          <a:p>
            <a:pPr marL="342900" indent="-342900" algn="l">
              <a:lnSpc>
                <a:spcPct val="100000"/>
              </a:lnSpc>
              <a:spcBef>
                <a:spcPts val="0"/>
              </a:spcBef>
              <a:spcAft>
                <a:spcPts val="0"/>
              </a:spcAft>
              <a:buClrTx/>
              <a:buAutoNum type="arabicPeriod"/>
            </a:pPr>
            <a:r>
              <a:rPr lang="en-US" altLang="zh-CN" sz="1800" b="0" i="0" u="none" strike="noStrike" kern="0" cap="none" spc="0" baseline="0" dirty="0">
                <a:solidFill>
                  <a:schemeClr val="tx1"/>
                </a:solidFill>
                <a:latin typeface="Times New Roman" panose="02020603050405020304" pitchFamily="18" charset="0"/>
                <a:cs typeface="Times New Roman" panose="02020603050405020304" pitchFamily="18" charset="0"/>
              </a:rPr>
              <a:t>Employee Type</a:t>
            </a:r>
            <a:endParaRPr lang="en-US" altLang="zh-CN" sz="1800" b="0" i="0" u="none" strike="noStrike" kern="0" cap="none" spc="0" baseline="0" dirty="0">
              <a:solidFill>
                <a:schemeClr val="tx1"/>
              </a:solidFill>
              <a:latin typeface="Times New Roman" panose="02020603050405020304" pitchFamily="18" charset="0"/>
              <a:cs typeface="Times New Roman" panose="02020603050405020304" pitchFamily="18" charset="0"/>
            </a:endParaRPr>
          </a:p>
          <a:p>
            <a:pPr marL="342900" indent="-342900" algn="l">
              <a:lnSpc>
                <a:spcPct val="100000"/>
              </a:lnSpc>
              <a:spcBef>
                <a:spcPts val="0"/>
              </a:spcBef>
              <a:spcAft>
                <a:spcPts val="0"/>
              </a:spcAft>
              <a:buClrTx/>
              <a:buAutoNum type="arabicPeriod"/>
            </a:pPr>
            <a:r>
              <a:rPr lang="en-US" altLang="zh-CN" sz="1800" b="0" i="0" u="none" strike="noStrike" kern="0" cap="none" spc="0" baseline="0" dirty="0">
                <a:solidFill>
                  <a:schemeClr val="tx1"/>
                </a:solidFill>
                <a:latin typeface="Times New Roman" panose="02020603050405020304" pitchFamily="18" charset="0"/>
                <a:cs typeface="Times New Roman" panose="02020603050405020304" pitchFamily="18" charset="0"/>
              </a:rPr>
              <a:t>Employee Status</a:t>
            </a:r>
            <a:endParaRPr lang="en-US" altLang="zh-CN" sz="1800" b="0" i="0" u="none" strike="noStrike" kern="0" cap="none" spc="0" baseline="0" dirty="0">
              <a:solidFill>
                <a:schemeClr val="tx1"/>
              </a:solidFill>
              <a:latin typeface="Times New Roman" panose="02020603050405020304" pitchFamily="18" charset="0"/>
              <a:cs typeface="Times New Roman" panose="02020603050405020304" pitchFamily="18" charset="0"/>
            </a:endParaRPr>
          </a:p>
          <a:p>
            <a:pPr marL="342900" indent="-342900" algn="l">
              <a:lnSpc>
                <a:spcPct val="100000"/>
              </a:lnSpc>
              <a:spcBef>
                <a:spcPts val="0"/>
              </a:spcBef>
              <a:spcAft>
                <a:spcPts val="0"/>
              </a:spcAft>
              <a:buClrTx/>
              <a:buAutoNum type="arabicPeriod"/>
            </a:pPr>
            <a:r>
              <a:rPr lang="en-US" altLang="zh-CN" sz="1800" b="0" i="0" u="none" strike="noStrike" kern="0" cap="none" spc="0" baseline="0" dirty="0">
                <a:solidFill>
                  <a:schemeClr val="tx1"/>
                </a:solidFill>
                <a:latin typeface="Times New Roman" panose="02020603050405020304" pitchFamily="18" charset="0"/>
                <a:cs typeface="Times New Roman" panose="02020603050405020304" pitchFamily="18" charset="0"/>
              </a:rPr>
              <a:t>Employee classification type</a:t>
            </a:r>
            <a:endParaRPr lang="en-US" altLang="zh-CN" sz="1800" b="0" i="0" u="none" strike="noStrike" kern="0" cap="none" spc="0" baseline="0" dirty="0">
              <a:solidFill>
                <a:schemeClr val="tx1"/>
              </a:solidFill>
              <a:latin typeface="Times New Roman" panose="02020603050405020304" pitchFamily="18" charset="0"/>
              <a:cs typeface="Times New Roman" panose="02020603050405020304" pitchFamily="18" charset="0"/>
            </a:endParaRPr>
          </a:p>
          <a:p>
            <a:pPr marL="342900" indent="-342900" algn="l">
              <a:lnSpc>
                <a:spcPct val="100000"/>
              </a:lnSpc>
              <a:spcBef>
                <a:spcPts val="0"/>
              </a:spcBef>
              <a:spcAft>
                <a:spcPts val="0"/>
              </a:spcAft>
              <a:buClrTx/>
              <a:buAutoNum type="arabicPeriod"/>
            </a:pPr>
            <a:r>
              <a:rPr lang="en-US" altLang="zh-CN" sz="1800" b="0" i="0" u="none" strike="noStrike" kern="0" cap="none" spc="0" baseline="0" dirty="0">
                <a:solidFill>
                  <a:schemeClr val="tx1"/>
                </a:solidFill>
                <a:latin typeface="Times New Roman" panose="02020603050405020304" pitchFamily="18" charset="0"/>
                <a:cs typeface="Times New Roman" panose="02020603050405020304" pitchFamily="18" charset="0"/>
              </a:rPr>
              <a:t>Gender Code</a:t>
            </a:r>
            <a:endParaRPr lang="en-US" altLang="zh-CN" sz="1800" b="0" i="0" u="none" strike="noStrike" kern="0" cap="none" spc="0" baseline="0" dirty="0">
              <a:solidFill>
                <a:schemeClr val="tx1"/>
              </a:solidFill>
              <a:latin typeface="Times New Roman" panose="02020603050405020304" pitchFamily="18" charset="0"/>
              <a:cs typeface="Times New Roman" panose="02020603050405020304" pitchFamily="18" charset="0"/>
            </a:endParaRPr>
          </a:p>
          <a:p>
            <a:pPr marL="342900" indent="-342900" algn="l">
              <a:lnSpc>
                <a:spcPct val="100000"/>
              </a:lnSpc>
              <a:spcBef>
                <a:spcPts val="0"/>
              </a:spcBef>
              <a:spcAft>
                <a:spcPts val="0"/>
              </a:spcAft>
              <a:buClrTx/>
              <a:buAutoNum type="arabicPeriod"/>
            </a:pPr>
            <a:r>
              <a:rPr lang="en-US" altLang="zh-CN" sz="1800" b="0" i="0" u="none" strike="noStrike" kern="0" cap="none" spc="0" baseline="0" dirty="0">
                <a:solidFill>
                  <a:schemeClr val="tx1"/>
                </a:solidFill>
                <a:latin typeface="Times New Roman" panose="02020603050405020304" pitchFamily="18" charset="0"/>
                <a:cs typeface="Times New Roman" panose="02020603050405020304" pitchFamily="18" charset="0"/>
              </a:rPr>
              <a:t>Performance Score</a:t>
            </a:r>
            <a:endParaRPr lang="en-US" altLang="zh-CN" sz="1800" b="0" i="0" u="none" strike="noStrike" kern="0" cap="none" spc="0" baseline="0" dirty="0">
              <a:solidFill>
                <a:schemeClr val="tx1"/>
              </a:solidFill>
              <a:latin typeface="Times New Roman" panose="02020603050405020304" pitchFamily="18" charset="0"/>
              <a:cs typeface="Times New Roman" panose="02020603050405020304" pitchFamily="18" charset="0"/>
            </a:endParaRPr>
          </a:p>
          <a:p>
            <a:pPr marL="342900" indent="-342900" algn="l">
              <a:lnSpc>
                <a:spcPct val="100000"/>
              </a:lnSpc>
              <a:spcBef>
                <a:spcPts val="0"/>
              </a:spcBef>
              <a:spcAft>
                <a:spcPts val="0"/>
              </a:spcAft>
              <a:buClrTx/>
              <a:buAutoNum type="arabicPeriod"/>
            </a:pPr>
            <a:r>
              <a:rPr lang="en-US" altLang="zh-CN" sz="1800" b="0" i="0" u="none" strike="noStrike" kern="0" cap="none" spc="0" baseline="0" dirty="0">
                <a:solidFill>
                  <a:schemeClr val="tx1"/>
                </a:solidFill>
                <a:latin typeface="Times New Roman" panose="02020603050405020304" pitchFamily="18" charset="0"/>
                <a:cs typeface="Times New Roman" panose="02020603050405020304" pitchFamily="18" charset="0"/>
              </a:rPr>
              <a:t>Current employee rating</a:t>
            </a:r>
            <a:endParaRPr lang="en-US" altLang="zh-CN" sz="1800" b="0" i="0" u="none" strike="noStrike" kern="0" cap="none" spc="0" baseline="0" dirty="0">
              <a:solidFill>
                <a:schemeClr val="tx1"/>
              </a:solidFill>
              <a:latin typeface="Times New Roman" panose="02020603050405020304" pitchFamily="18" charset="0"/>
              <a:cs typeface="Times New Roman" panose="02020603050405020304" pitchFamily="18" charset="0"/>
            </a:endParaRPr>
          </a:p>
          <a:p>
            <a:pPr marL="0" indent="0" algn="l">
              <a:lnSpc>
                <a:spcPct val="100000"/>
              </a:lnSpc>
              <a:spcBef>
                <a:spcPts val="0"/>
              </a:spcBef>
              <a:spcAft>
                <a:spcPts val="0"/>
              </a:spcAft>
              <a:buNone/>
            </a:pPr>
            <a:endParaRPr lang="zh-CN" altLang="en-US" sz="1800" b="0" i="0" u="none" strike="noStrike" kern="0" cap="none" spc="0" baseline="0" dirty="0">
              <a:latin typeface="Calibri" panose="020F0502020204030204" charset="0"/>
              <a:ea typeface="SimSun" panose="02010600030101010101" pitchFamily="2" charset="-122"/>
              <a:cs typeface="Lucida San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7" name="曲线"/>
          <p:cNvSpPr/>
          <p:nvPr/>
        </p:nvSpPr>
        <p:spPr>
          <a:xfrm>
            <a:off x="9353550" y="5895975"/>
            <a:ext cx="180975" cy="180975"/>
          </a:xfrm>
          <a:custGeom>
            <a:avLst/>
            <a:gdLst>
              <a:gd name="T1" fmla="*/ 0 w 21600"/>
              <a:gd name="T2" fmla="*/ 0 h 21600"/>
              <a:gd name="T3" fmla="*/ 21600 w 21600"/>
              <a:gd name="T4" fmla="*/ 21600 h 21600"/>
            </a:gdLst>
            <a:ahLst/>
            <a:cxnLst/>
            <a:rect l="T1" t="T2" r="T3" b="T4"/>
            <a:pathLst>
              <a:path w="21600" h="21600">
                <a:moveTo>
                  <a:pt x="21600" y="0"/>
                </a:moveTo>
                <a:lnTo>
                  <a:pt x="0" y="0"/>
                </a:lnTo>
                <a:lnTo>
                  <a:pt x="0" y="21600"/>
                </a:lnTo>
                <a:lnTo>
                  <a:pt x="21600" y="21600"/>
                </a:lnTo>
                <a:lnTo>
                  <a:pt x="21600" y="0"/>
                </a:lnTo>
                <a:close/>
              </a:path>
            </a:pathLst>
          </a:custGeom>
          <a:solidFill>
            <a:srgbClr val="2D936B"/>
          </a:solidFill>
          <a:ln cap="flat" cmpd="sng">
            <a:noFill/>
            <a:prstDash val="solid"/>
            <a:miter/>
          </a:ln>
        </p:spPr>
      </p:sp>
      <p:pic>
        <p:nvPicPr>
          <p:cNvPr id="168" name="图片"/>
          <p:cNvPicPr/>
          <p:nvPr/>
        </p:nvPicPr>
        <p:blipFill>
          <a:blip r:embed="rId1" cstate="print"/>
          <a:stretch>
            <a:fillRect/>
          </a:stretch>
        </p:blipFill>
        <p:spPr>
          <a:xfrm>
            <a:off x="1666874" y="6467475"/>
            <a:ext cx="76200" cy="177799"/>
          </a:xfrm>
          <a:prstGeom prst="rect">
            <a:avLst/>
          </a:prstGeom>
          <a:noFill/>
          <a:ln w="12700" cap="flat" cmpd="sng">
            <a:noFill/>
            <a:prstDash val="solid"/>
            <a:miter/>
          </a:ln>
        </p:spPr>
      </p:pic>
      <p:sp>
        <p:nvSpPr>
          <p:cNvPr id="169" name="矩形"/>
          <p:cNvSpPr/>
          <p:nvPr/>
        </p:nvSpPr>
        <p:spPr>
          <a:xfrm>
            <a:off x="11277218" y="6473336"/>
            <a:ext cx="228600" cy="168909"/>
          </a:xfrm>
          <a:prstGeom prst="rect">
            <a:avLst/>
          </a:prstGeom>
          <a:noFill/>
          <a:ln w="12700" cap="flat" cmpd="sng">
            <a:noFill/>
            <a:prstDash val="solid"/>
            <a:miter/>
          </a:ln>
        </p:spPr>
        <p:txBody>
          <a:bodyPr vert="horz" wrap="square" lIns="0" tIns="6985" rIns="0" bIns="0" anchor="t" anchorCtr="0">
            <a:spAutoFit/>
          </a:bodyPr>
          <a:lstStyle/>
          <a:p>
            <a:pPr marL="38100" indent="0" algn="l">
              <a:lnSpc>
                <a:spcPct val="100000"/>
              </a:lnSpc>
              <a:spcBef>
                <a:spcPts val="55"/>
              </a:spcBef>
              <a:spcAft>
                <a:spcPts val="0"/>
              </a:spcAft>
              <a:buNone/>
            </a:pPr>
            <a:fld id="{CAD2D6BD-DE1B-4B5F-8B41-2702339687B9}" type="slidenum">
              <a:rPr lang="en-US" altLang="zh-CN" sz="1100" b="0" i="0" u="none" strike="noStrike" kern="1200" cap="none" spc="10" baseline="0">
                <a:solidFill>
                  <a:srgbClr val="2D936B"/>
                </a:solidFill>
                <a:latin typeface="Trebuchet MS" panose="020B0603020202020204" charset="0"/>
                <a:ea typeface="SimSun" panose="02010600030101010101" pitchFamily="2" charset="-122"/>
                <a:cs typeface="Trebuchet MS" panose="020B0603020202020204" charset="0"/>
              </a:rPr>
            </a:fld>
            <a:endParaRPr lang="zh-CN" altLang="en-US" sz="1100" b="0" i="0" u="none" strike="noStrike" kern="1200" cap="none" spc="0" baseline="0">
              <a:solidFill>
                <a:schemeClr val="tx1"/>
              </a:solidFill>
              <a:latin typeface="Trebuchet MS" panose="020B0603020202020204" charset="0"/>
              <a:ea typeface="SimSun" panose="02010600030101010101" pitchFamily="2" charset="-122"/>
              <a:cs typeface="Trebuchet MS" panose="020B0603020202020204" charset="0"/>
            </a:endParaRPr>
          </a:p>
        </p:txBody>
      </p:sp>
      <p:sp>
        <p:nvSpPr>
          <p:cNvPr id="170" name="矩形"/>
          <p:cNvSpPr/>
          <p:nvPr/>
        </p:nvSpPr>
        <p:spPr>
          <a:xfrm>
            <a:off x="739774" y="291147"/>
            <a:ext cx="3303904" cy="737235"/>
          </a:xfrm>
          <a:prstGeom prst="rect">
            <a:avLst/>
          </a:prstGeom>
          <a:noFill/>
          <a:ln w="12700" cap="flat" cmpd="sng">
            <a:noFill/>
            <a:prstDash val="solid"/>
            <a:miter/>
          </a:ln>
        </p:spPr>
        <p:txBody>
          <a:bodyPr vert="horz" wrap="square" lIns="0" tIns="13334" rIns="0" bIns="0" anchor="t" anchorCtr="0">
            <a:spAutoFit/>
          </a:bodyPr>
          <a:lstStyle/>
          <a:p>
            <a:pPr marL="12700" indent="0" algn="l">
              <a:lnSpc>
                <a:spcPct val="100000"/>
              </a:lnSpc>
              <a:spcBef>
                <a:spcPts val="105"/>
              </a:spcBef>
              <a:spcAft>
                <a:spcPts val="0"/>
              </a:spcAft>
              <a:buNone/>
            </a:pPr>
            <a:r>
              <a:rPr lang="en-US" altLang="zh-CN" sz="4800" b="1" i="0" u="none" strike="noStrike" kern="1200" cap="none" spc="15" baseline="0">
                <a:solidFill>
                  <a:schemeClr val="tx1"/>
                </a:solidFill>
                <a:latin typeface="Trebuchet MS" panose="020B0603020202020204" charset="0"/>
                <a:ea typeface="SimSun" panose="02010600030101010101" pitchFamily="2" charset="-122"/>
                <a:cs typeface="Trebuchet MS" panose="020B0603020202020204" charset="0"/>
              </a:rPr>
              <a:t>M</a:t>
            </a:r>
            <a:r>
              <a:rPr lang="en-US" altLang="zh-CN" sz="4800" b="1" i="0" u="none" strike="noStrike" kern="1200" cap="none" spc="0" baseline="0">
                <a:solidFill>
                  <a:schemeClr val="tx1"/>
                </a:solidFill>
                <a:latin typeface="Trebuchet MS" panose="020B0603020202020204" charset="0"/>
                <a:ea typeface="SimSun" panose="02010600030101010101" pitchFamily="2" charset="-122"/>
                <a:cs typeface="Trebuchet MS" panose="020B0603020202020204" charset="0"/>
              </a:rPr>
              <a:t>O</a:t>
            </a:r>
            <a:r>
              <a:rPr lang="en-US" altLang="zh-CN" sz="4800" b="1" i="0" u="none" strike="noStrike" kern="1200" cap="none" spc="-15" baseline="0">
                <a:solidFill>
                  <a:schemeClr val="tx1"/>
                </a:solidFill>
                <a:latin typeface="Trebuchet MS" panose="020B0603020202020204" charset="0"/>
                <a:ea typeface="SimSun" panose="02010600030101010101" pitchFamily="2" charset="-122"/>
                <a:cs typeface="Trebuchet MS" panose="020B0603020202020204" charset="0"/>
              </a:rPr>
              <a:t>D</a:t>
            </a:r>
            <a:r>
              <a:rPr lang="en-US" altLang="zh-CN" sz="4800" b="1" i="0" u="none" strike="noStrike" kern="1200" cap="none" spc="-35" baseline="0">
                <a:solidFill>
                  <a:schemeClr val="tx1"/>
                </a:solidFill>
                <a:latin typeface="Trebuchet MS" panose="020B0603020202020204" charset="0"/>
                <a:ea typeface="SimSun" panose="02010600030101010101" pitchFamily="2" charset="-122"/>
                <a:cs typeface="Trebuchet MS" panose="020B0603020202020204" charset="0"/>
              </a:rPr>
              <a:t>E</a:t>
            </a:r>
            <a:r>
              <a:rPr lang="en-US" altLang="zh-CN" sz="4800" b="1" i="0" u="none" strike="noStrike" kern="1200" cap="none" spc="-30" baseline="0">
                <a:solidFill>
                  <a:schemeClr val="tx1"/>
                </a:solidFill>
                <a:latin typeface="Trebuchet MS" panose="020B0603020202020204" charset="0"/>
                <a:ea typeface="SimSun" panose="02010600030101010101" pitchFamily="2" charset="-122"/>
                <a:cs typeface="Trebuchet MS" panose="020B0603020202020204" charset="0"/>
              </a:rPr>
              <a:t>LL</a:t>
            </a:r>
            <a:r>
              <a:rPr lang="en-US" altLang="zh-CN" sz="4800" b="1" i="0" u="none" strike="noStrike" kern="1200" cap="none" spc="-5" baseline="0">
                <a:solidFill>
                  <a:schemeClr val="tx1"/>
                </a:solidFill>
                <a:latin typeface="Trebuchet MS" panose="020B0603020202020204" charset="0"/>
                <a:ea typeface="SimSun" panose="02010600030101010101" pitchFamily="2" charset="-122"/>
                <a:cs typeface="Trebuchet MS" panose="020B0603020202020204" charset="0"/>
              </a:rPr>
              <a:t>I</a:t>
            </a:r>
            <a:r>
              <a:rPr lang="en-US" altLang="zh-CN" sz="4800" b="1" i="0" u="none" strike="noStrike" kern="1200" cap="none" spc="30" baseline="0">
                <a:solidFill>
                  <a:schemeClr val="tx1"/>
                </a:solidFill>
                <a:latin typeface="Trebuchet MS" panose="020B0603020202020204" charset="0"/>
                <a:ea typeface="SimSun" panose="02010600030101010101" pitchFamily="2" charset="-122"/>
                <a:cs typeface="Trebuchet MS" panose="020B0603020202020204" charset="0"/>
              </a:rPr>
              <a:t>N</a:t>
            </a:r>
            <a:r>
              <a:rPr lang="en-US" altLang="zh-CN" sz="4800" b="1" i="0" u="none" strike="noStrike" kern="1200" cap="none" spc="5" baseline="0">
                <a:solidFill>
                  <a:schemeClr val="tx1"/>
                </a:solidFill>
                <a:latin typeface="Trebuchet MS" panose="020B0603020202020204" charset="0"/>
                <a:ea typeface="SimSun" panose="02010600030101010101" pitchFamily="2" charset="-122"/>
                <a:cs typeface="Trebuchet MS" panose="020B0603020202020204" charset="0"/>
              </a:rPr>
              <a:t>G</a:t>
            </a:r>
            <a:endParaRPr lang="zh-CN" altLang="en-US" sz="4800" b="0" i="0" u="none" strike="noStrike" kern="1200" cap="none" spc="0" baseline="0">
              <a:solidFill>
                <a:schemeClr val="tx1"/>
              </a:solidFill>
              <a:latin typeface="Trebuchet MS" panose="020B0603020202020204" charset="0"/>
              <a:ea typeface="SimSun" panose="02010600030101010101" pitchFamily="2" charset="-122"/>
              <a:cs typeface="Trebuchet MS" panose="020B0603020202020204" charset="0"/>
            </a:endParaRPr>
          </a:p>
        </p:txBody>
      </p:sp>
      <p:sp>
        <p:nvSpPr>
          <p:cNvPr id="171" name="曲线"/>
          <p:cNvSpPr/>
          <p:nvPr/>
        </p:nvSpPr>
        <p:spPr>
          <a:xfrm>
            <a:off x="10058401" y="525141"/>
            <a:ext cx="457200" cy="457200"/>
          </a:xfrm>
          <a:custGeom>
            <a:avLst/>
            <a:gdLst>
              <a:gd name="T1" fmla="*/ 0 w 21600"/>
              <a:gd name="T2" fmla="*/ 0 h 21600"/>
              <a:gd name="T3" fmla="*/ 21600 w 21600"/>
              <a:gd name="T4" fmla="*/ 21600 h 21600"/>
            </a:gdLst>
            <a:ahLst/>
            <a:cxnLst/>
            <a:rect l="T1" t="T2" r="T3" b="T4"/>
            <a:pathLst>
              <a:path w="21600" h="21600">
                <a:moveTo>
                  <a:pt x="21600" y="0"/>
                </a:moveTo>
                <a:lnTo>
                  <a:pt x="0" y="0"/>
                </a:lnTo>
                <a:lnTo>
                  <a:pt x="0" y="21600"/>
                </a:lnTo>
                <a:lnTo>
                  <a:pt x="21600" y="21600"/>
                </a:lnTo>
                <a:lnTo>
                  <a:pt x="21600" y="0"/>
                </a:lnTo>
                <a:close/>
              </a:path>
            </a:pathLst>
          </a:custGeom>
          <a:solidFill>
            <a:srgbClr val="42AF51"/>
          </a:solidFill>
          <a:ln cap="flat" cmpd="sng">
            <a:noFill/>
            <a:prstDash val="solid"/>
            <a:miter/>
          </a:ln>
        </p:spPr>
      </p:sp>
      <p:sp>
        <p:nvSpPr>
          <p:cNvPr id="172" name="文本框"/>
          <p:cNvSpPr>
            <a:spLocks noGrp="1"/>
          </p:cNvSpPr>
          <p:nvPr>
            <p:ph type="body" idx="1"/>
          </p:nvPr>
        </p:nvSpPr>
        <p:spPr>
          <a:xfrm>
            <a:off x="609600" y="1577340"/>
            <a:ext cx="10972800" cy="5632311"/>
          </a:xfrm>
          <a:prstGeom prst="rect">
            <a:avLst/>
          </a:prstGeom>
          <a:noFill/>
          <a:ln w="12700" cap="flat" cmpd="sng">
            <a:noFill/>
            <a:prstDash val="solid"/>
            <a:miter/>
          </a:ln>
        </p:spPr>
        <p:txBody>
          <a:bodyPr vert="horz" wrap="square" lIns="91440" tIns="45720" rIns="91440" bIns="45720" anchor="t" anchorCtr="0"/>
          <a:lstStyle/>
          <a:p>
            <a:pPr marL="285750" indent="-285750" algn="l">
              <a:lnSpc>
                <a:spcPct val="100000"/>
              </a:lnSpc>
              <a:spcBef>
                <a:spcPts val="0"/>
              </a:spcBef>
              <a:spcAft>
                <a:spcPts val="0"/>
              </a:spcAft>
              <a:buFont typeface="Wingdings" panose="05000000000000000000" pitchFamily="2" charset="2"/>
              <a:buChar char="Ø"/>
            </a:pPr>
            <a:r>
              <a:rPr lang="en-US" altLang="zh-CN" sz="1800" b="0" i="0" u="none" strike="noStrike" kern="0" cap="none" spc="0" baseline="0" dirty="0">
                <a:solidFill>
                  <a:srgbClr val="C00000"/>
                </a:solidFill>
                <a:latin typeface="Times New Roman" panose="02020603050405020304" pitchFamily="18" charset="0"/>
                <a:cs typeface="Times New Roman" panose="02020603050405020304" pitchFamily="18" charset="0"/>
              </a:rPr>
              <a:t>1) DATA COLLECTION</a:t>
            </a:r>
            <a:endParaRPr lang="en-US" altLang="zh-CN" sz="1800" b="0" i="0" u="none" strike="noStrike" kern="0" cap="none" spc="0" baseline="0" dirty="0">
              <a:solidFill>
                <a:srgbClr val="C00000"/>
              </a:solidFill>
              <a:latin typeface="Times New Roman" panose="02020603050405020304" pitchFamily="18" charset="0"/>
              <a:cs typeface="Times New Roman" panose="02020603050405020304" pitchFamily="18" charset="0"/>
            </a:endParaRPr>
          </a:p>
          <a:p>
            <a:pPr marL="285750" indent="-285750" algn="l">
              <a:lnSpc>
                <a:spcPct val="100000"/>
              </a:lnSpc>
              <a:spcBef>
                <a:spcPts val="0"/>
              </a:spcBef>
              <a:spcAft>
                <a:spcPts val="0"/>
              </a:spcAft>
              <a:buFont typeface="Arial" panose="020B0604020202020204" pitchFamily="34" charset="0"/>
              <a:buChar char="•"/>
            </a:pPr>
            <a:r>
              <a:rPr lang="en-US" altLang="zh-CN" sz="1800" b="0" i="0" u="none" strike="noStrike" kern="0" cap="none" spc="0" baseline="0" dirty="0">
                <a:solidFill>
                  <a:schemeClr val="tx1"/>
                </a:solidFill>
                <a:latin typeface="Times New Roman" panose="02020603050405020304" pitchFamily="18" charset="0"/>
                <a:cs typeface="Times New Roman" panose="02020603050405020304" pitchFamily="18" charset="0"/>
              </a:rPr>
              <a:t>The data has been collected through </a:t>
            </a:r>
            <a:r>
              <a:rPr lang="en-US" altLang="zh-CN" sz="1800" b="0" i="0" u="none" strike="noStrike" kern="0" cap="none" spc="0" baseline="0" dirty="0" err="1">
                <a:solidFill>
                  <a:schemeClr val="tx1"/>
                </a:solidFill>
                <a:latin typeface="Times New Roman" panose="02020603050405020304" pitchFamily="18" charset="0"/>
                <a:cs typeface="Times New Roman" panose="02020603050405020304" pitchFamily="18" charset="0"/>
              </a:rPr>
              <a:t>Edunet</a:t>
            </a:r>
            <a:r>
              <a:rPr lang="en-US" altLang="zh-CN" sz="1800" b="0" i="0" u="none" strike="noStrike" kern="0" cap="none" spc="0" baseline="0" dirty="0">
                <a:solidFill>
                  <a:schemeClr val="tx1"/>
                </a:solidFill>
                <a:latin typeface="Times New Roman" panose="02020603050405020304" pitchFamily="18" charset="0"/>
                <a:cs typeface="Times New Roman" panose="02020603050405020304" pitchFamily="18" charset="0"/>
              </a:rPr>
              <a:t> dash board.</a:t>
            </a:r>
            <a:endParaRPr lang="en-US" altLang="zh-CN" sz="1800" b="0" i="0" u="none" strike="noStrike" kern="0" cap="none" spc="0" baseline="0" dirty="0">
              <a:solidFill>
                <a:schemeClr val="tx1"/>
              </a:solidFill>
              <a:latin typeface="Times New Roman" panose="02020603050405020304" pitchFamily="18" charset="0"/>
              <a:cs typeface="Times New Roman" panose="02020603050405020304" pitchFamily="18" charset="0"/>
            </a:endParaRPr>
          </a:p>
          <a:p>
            <a:pPr marL="285750" indent="-285750" algn="l">
              <a:lnSpc>
                <a:spcPct val="100000"/>
              </a:lnSpc>
              <a:spcBef>
                <a:spcPts val="0"/>
              </a:spcBef>
              <a:spcAft>
                <a:spcPts val="0"/>
              </a:spcAft>
              <a:buFont typeface="Wingdings" panose="05000000000000000000" pitchFamily="2" charset="2"/>
              <a:buChar char="Ø"/>
            </a:pPr>
            <a:endParaRPr lang="en-US" altLang="zh-CN" sz="1800" b="0" i="0" u="none" strike="noStrike" kern="0" cap="none" spc="0" baseline="0" dirty="0">
              <a:solidFill>
                <a:schemeClr val="tx1"/>
              </a:solidFill>
              <a:latin typeface="Times New Roman" panose="02020603050405020304" pitchFamily="18" charset="0"/>
              <a:cs typeface="Times New Roman" panose="02020603050405020304" pitchFamily="18" charset="0"/>
            </a:endParaRPr>
          </a:p>
          <a:p>
            <a:pPr marL="285750" indent="-285750" algn="l">
              <a:lnSpc>
                <a:spcPct val="100000"/>
              </a:lnSpc>
              <a:spcBef>
                <a:spcPts val="0"/>
              </a:spcBef>
              <a:spcAft>
                <a:spcPts val="0"/>
              </a:spcAft>
              <a:buFont typeface="Wingdings" panose="05000000000000000000" pitchFamily="2" charset="2"/>
              <a:buChar char="Ø"/>
            </a:pPr>
            <a:r>
              <a:rPr lang="en-US" altLang="zh-CN" sz="1800" b="0" i="0" u="none" strike="noStrike" kern="0" cap="none" spc="0" baseline="0" dirty="0">
                <a:solidFill>
                  <a:srgbClr val="C00000"/>
                </a:solidFill>
                <a:latin typeface="Times New Roman" panose="02020603050405020304" pitchFamily="18" charset="0"/>
                <a:cs typeface="Times New Roman" panose="02020603050405020304" pitchFamily="18" charset="0"/>
              </a:rPr>
              <a:t>2) FEATURE COLLECTION</a:t>
            </a:r>
            <a:endParaRPr lang="en-US" altLang="zh-CN" sz="1800" b="0" i="0" u="none" strike="noStrike" kern="0" cap="none" spc="0" baseline="0" dirty="0">
              <a:solidFill>
                <a:srgbClr val="C00000"/>
              </a:solidFill>
              <a:latin typeface="Times New Roman" panose="02020603050405020304" pitchFamily="18" charset="0"/>
              <a:cs typeface="Times New Roman" panose="02020603050405020304" pitchFamily="18" charset="0"/>
            </a:endParaRPr>
          </a:p>
          <a:p>
            <a:pPr marL="285750" indent="-285750" algn="l">
              <a:lnSpc>
                <a:spcPct val="100000"/>
              </a:lnSpc>
              <a:spcBef>
                <a:spcPts val="0"/>
              </a:spcBef>
              <a:spcAft>
                <a:spcPts val="0"/>
              </a:spcAft>
              <a:buFont typeface="Arial" panose="020B0604020202020204" pitchFamily="34" charset="0"/>
              <a:buChar char="•"/>
            </a:pPr>
            <a:r>
              <a:rPr lang="en-US" altLang="zh-CN" sz="1800" b="0" i="0" u="none" strike="noStrike" kern="0" cap="none" spc="0" baseline="0" dirty="0">
                <a:solidFill>
                  <a:schemeClr val="tx1"/>
                </a:solidFill>
                <a:latin typeface="Times New Roman" panose="02020603050405020304" pitchFamily="18" charset="0"/>
                <a:cs typeface="Times New Roman" panose="02020603050405020304" pitchFamily="18" charset="0"/>
              </a:rPr>
              <a:t>The listed 10 features were taken for the analyses of data.</a:t>
            </a:r>
            <a:endParaRPr lang="en-US" altLang="zh-CN" sz="1800" b="0" i="0" u="none" strike="noStrike" kern="0" cap="none" spc="0" baseline="0" dirty="0">
              <a:solidFill>
                <a:schemeClr val="tx1"/>
              </a:solidFill>
              <a:latin typeface="Times New Roman" panose="02020603050405020304" pitchFamily="18" charset="0"/>
              <a:cs typeface="Times New Roman" panose="02020603050405020304" pitchFamily="18" charset="0"/>
            </a:endParaRPr>
          </a:p>
          <a:p>
            <a:pPr marL="0" indent="0" algn="l">
              <a:lnSpc>
                <a:spcPct val="100000"/>
              </a:lnSpc>
              <a:spcBef>
                <a:spcPts val="0"/>
              </a:spcBef>
              <a:spcAft>
                <a:spcPts val="0"/>
              </a:spcAft>
              <a:buNone/>
            </a:pPr>
            <a:endParaRPr lang="en-US" altLang="zh-CN" sz="1800" b="0" i="0" u="none" strike="noStrike" kern="0" cap="none" spc="0" baseline="0" dirty="0">
              <a:solidFill>
                <a:schemeClr val="tx1"/>
              </a:solidFill>
              <a:latin typeface="Times New Roman" panose="02020603050405020304" pitchFamily="18" charset="0"/>
              <a:cs typeface="Times New Roman" panose="02020603050405020304" pitchFamily="18" charset="0"/>
            </a:endParaRPr>
          </a:p>
          <a:p>
            <a:pPr marL="285750" indent="-285750" algn="l">
              <a:lnSpc>
                <a:spcPct val="100000"/>
              </a:lnSpc>
              <a:spcBef>
                <a:spcPts val="0"/>
              </a:spcBef>
              <a:spcAft>
                <a:spcPts val="0"/>
              </a:spcAft>
              <a:buFont typeface="Wingdings" panose="05000000000000000000" pitchFamily="2" charset="2"/>
              <a:buChar char="Ø"/>
            </a:pPr>
            <a:r>
              <a:rPr lang="en-US" altLang="zh-CN" sz="1800" b="0" i="0" u="none" strike="noStrike" kern="0" cap="none" spc="0" baseline="0" dirty="0">
                <a:solidFill>
                  <a:srgbClr val="C00000"/>
                </a:solidFill>
                <a:latin typeface="Times New Roman" panose="02020603050405020304" pitchFamily="18" charset="0"/>
                <a:cs typeface="Times New Roman" panose="02020603050405020304" pitchFamily="18" charset="0"/>
              </a:rPr>
              <a:t>3) DATA CLEANING</a:t>
            </a:r>
            <a:endParaRPr lang="en-US" altLang="zh-CN" sz="1800" b="0" i="0" u="none" strike="noStrike" kern="0" cap="none" spc="0" baseline="0" dirty="0">
              <a:solidFill>
                <a:srgbClr val="C00000"/>
              </a:solidFill>
              <a:latin typeface="Times New Roman" panose="02020603050405020304" pitchFamily="18" charset="0"/>
              <a:cs typeface="Times New Roman" panose="02020603050405020304" pitchFamily="18" charset="0"/>
            </a:endParaRPr>
          </a:p>
          <a:p>
            <a:pPr marL="285750" indent="-285750" algn="l">
              <a:lnSpc>
                <a:spcPct val="100000"/>
              </a:lnSpc>
              <a:spcBef>
                <a:spcPts val="0"/>
              </a:spcBef>
              <a:spcAft>
                <a:spcPts val="0"/>
              </a:spcAft>
              <a:buFont typeface="Arial" panose="020B0604020202020204" pitchFamily="34" charset="0"/>
              <a:buChar char="•"/>
            </a:pPr>
            <a:r>
              <a:rPr lang="en-US" altLang="zh-CN" sz="1800" b="0" i="0" u="none" strike="noStrike" kern="0" cap="none" spc="0" baseline="0" dirty="0">
                <a:solidFill>
                  <a:schemeClr val="tx1"/>
                </a:solidFill>
                <a:latin typeface="Times New Roman" panose="02020603050405020304" pitchFamily="18" charset="0"/>
                <a:cs typeface="Times New Roman" panose="02020603050405020304" pitchFamily="18" charset="0"/>
              </a:rPr>
              <a:t>Identifying the missing values.</a:t>
            </a:r>
            <a:endParaRPr lang="en-US" altLang="zh-CN" sz="1800" b="0" i="0" u="none" strike="noStrike" kern="0" cap="none" spc="0" baseline="0" dirty="0">
              <a:solidFill>
                <a:schemeClr val="tx1"/>
              </a:solidFill>
              <a:latin typeface="Times New Roman" panose="02020603050405020304" pitchFamily="18" charset="0"/>
              <a:cs typeface="Times New Roman" panose="02020603050405020304" pitchFamily="18" charset="0"/>
            </a:endParaRPr>
          </a:p>
          <a:p>
            <a:pPr marL="285750" indent="-285750" algn="l">
              <a:lnSpc>
                <a:spcPct val="100000"/>
              </a:lnSpc>
              <a:spcBef>
                <a:spcPts val="0"/>
              </a:spcBef>
              <a:spcAft>
                <a:spcPts val="0"/>
              </a:spcAft>
              <a:buFont typeface="Arial" panose="020B0604020202020204" pitchFamily="34" charset="0"/>
              <a:buChar char="•"/>
            </a:pPr>
            <a:r>
              <a:rPr lang="en-US" altLang="zh-CN" sz="1800" b="0" i="0" u="none" strike="noStrike" kern="0" cap="none" spc="0" baseline="0" dirty="0">
                <a:solidFill>
                  <a:schemeClr val="tx1"/>
                </a:solidFill>
                <a:latin typeface="Times New Roman" panose="02020603050405020304" pitchFamily="18" charset="0"/>
                <a:cs typeface="Times New Roman" panose="02020603050405020304" pitchFamily="18" charset="0"/>
              </a:rPr>
              <a:t>Filtering of those missing values.</a:t>
            </a:r>
            <a:endParaRPr lang="en-US" altLang="zh-CN" sz="1800" b="0" i="0" u="none" strike="noStrike" kern="0" cap="none" spc="0" baseline="0" dirty="0">
              <a:solidFill>
                <a:schemeClr val="tx1"/>
              </a:solidFill>
              <a:latin typeface="Times New Roman" panose="02020603050405020304" pitchFamily="18" charset="0"/>
              <a:cs typeface="Times New Roman" panose="02020603050405020304" pitchFamily="18" charset="0"/>
            </a:endParaRPr>
          </a:p>
          <a:p>
            <a:pPr marL="0" indent="0" algn="l">
              <a:lnSpc>
                <a:spcPct val="100000"/>
              </a:lnSpc>
              <a:spcBef>
                <a:spcPts val="0"/>
              </a:spcBef>
              <a:spcAft>
                <a:spcPts val="0"/>
              </a:spcAft>
              <a:buNone/>
            </a:pPr>
            <a:endParaRPr lang="en-US" altLang="zh-CN" sz="1800" b="0" i="0" u="none" strike="noStrike" kern="0" cap="none" spc="0" baseline="0" dirty="0">
              <a:solidFill>
                <a:schemeClr val="tx1"/>
              </a:solidFill>
              <a:latin typeface="Times New Roman" panose="02020603050405020304" pitchFamily="18" charset="0"/>
              <a:cs typeface="Times New Roman" panose="02020603050405020304" pitchFamily="18" charset="0"/>
            </a:endParaRPr>
          </a:p>
          <a:p>
            <a:pPr marL="285750" indent="-285750" algn="l">
              <a:lnSpc>
                <a:spcPct val="100000"/>
              </a:lnSpc>
              <a:spcBef>
                <a:spcPts val="0"/>
              </a:spcBef>
              <a:spcAft>
                <a:spcPts val="0"/>
              </a:spcAft>
              <a:buFont typeface="Wingdings" panose="05000000000000000000" pitchFamily="2" charset="2"/>
              <a:buChar char="Ø"/>
            </a:pPr>
            <a:r>
              <a:rPr lang="en-US" altLang="zh-CN" sz="1800" b="0" i="0" u="none" strike="noStrike" kern="0" cap="none" spc="0" baseline="0" dirty="0">
                <a:solidFill>
                  <a:srgbClr val="C00000"/>
                </a:solidFill>
                <a:latin typeface="Times New Roman" panose="02020603050405020304" pitchFamily="18" charset="0"/>
                <a:cs typeface="Times New Roman" panose="02020603050405020304" pitchFamily="18" charset="0"/>
              </a:rPr>
              <a:t>4)CALCULATION OF PERFORMANCE LEVEL</a:t>
            </a:r>
            <a:endParaRPr lang="en-US" altLang="zh-CN" sz="1800" b="0" i="0" u="none" strike="noStrike" kern="0" cap="none" spc="0" baseline="0" dirty="0">
              <a:solidFill>
                <a:srgbClr val="C00000"/>
              </a:solidFill>
              <a:latin typeface="Times New Roman" panose="02020603050405020304" pitchFamily="18" charset="0"/>
              <a:cs typeface="Times New Roman" panose="02020603050405020304" pitchFamily="18" charset="0"/>
            </a:endParaRPr>
          </a:p>
          <a:p>
            <a:pPr marL="285750" indent="-285750" algn="l">
              <a:lnSpc>
                <a:spcPct val="100000"/>
              </a:lnSpc>
              <a:spcBef>
                <a:spcPts val="0"/>
              </a:spcBef>
              <a:spcAft>
                <a:spcPts val="0"/>
              </a:spcAft>
              <a:buFont typeface="Arial" panose="020B0604020202020204" pitchFamily="34" charset="0"/>
              <a:buChar char="•"/>
            </a:pPr>
            <a:r>
              <a:rPr lang="en-US" altLang="zh-CN" sz="1800" b="0" i="0" u="none" strike="noStrike" kern="0" cap="none" spc="0" baseline="0" dirty="0">
                <a:solidFill>
                  <a:schemeClr val="tx1"/>
                </a:solidFill>
                <a:latin typeface="Times New Roman" panose="02020603050405020304" pitchFamily="18" charset="0"/>
                <a:cs typeface="Times New Roman" panose="02020603050405020304" pitchFamily="18" charset="0"/>
              </a:rPr>
              <a:t>By considering the current employee rating, I found the performance level using the formula.</a:t>
            </a:r>
            <a:endParaRPr lang="en-US" altLang="zh-CN" sz="1800" b="0" i="0" u="none" strike="noStrike" kern="0" cap="none" spc="0" baseline="0" dirty="0">
              <a:solidFill>
                <a:schemeClr val="tx1"/>
              </a:solidFill>
              <a:latin typeface="Times New Roman" panose="02020603050405020304" pitchFamily="18" charset="0"/>
              <a:cs typeface="Times New Roman" panose="02020603050405020304" pitchFamily="18" charset="0"/>
            </a:endParaRPr>
          </a:p>
          <a:p>
            <a:pPr marL="0" indent="0" algn="l">
              <a:lnSpc>
                <a:spcPct val="100000"/>
              </a:lnSpc>
              <a:spcBef>
                <a:spcPts val="0"/>
              </a:spcBef>
              <a:spcAft>
                <a:spcPts val="0"/>
              </a:spcAft>
              <a:buNone/>
            </a:pPr>
            <a:endParaRPr lang="en-US" altLang="zh-CN" sz="1800" b="0" i="0" u="none" strike="noStrike" kern="0" cap="none" spc="0" baseline="0" dirty="0">
              <a:solidFill>
                <a:schemeClr val="tx1"/>
              </a:solidFill>
              <a:latin typeface="Times New Roman" panose="02020603050405020304" pitchFamily="18" charset="0"/>
              <a:cs typeface="Times New Roman" panose="02020603050405020304" pitchFamily="18" charset="0"/>
            </a:endParaRPr>
          </a:p>
          <a:p>
            <a:pPr marL="285750" indent="-285750" algn="l">
              <a:lnSpc>
                <a:spcPct val="100000"/>
              </a:lnSpc>
              <a:spcBef>
                <a:spcPts val="0"/>
              </a:spcBef>
              <a:spcAft>
                <a:spcPts val="0"/>
              </a:spcAft>
              <a:buFont typeface="Wingdings" panose="05000000000000000000" pitchFamily="2" charset="2"/>
              <a:buChar char="Ø"/>
            </a:pPr>
            <a:r>
              <a:rPr lang="en-US" altLang="zh-CN" sz="1800" b="0" i="0" u="none" strike="noStrike" kern="0" cap="none" spc="0" baseline="0" dirty="0">
                <a:solidFill>
                  <a:srgbClr val="C00000"/>
                </a:solidFill>
                <a:latin typeface="Times New Roman" panose="02020603050405020304" pitchFamily="18" charset="0"/>
                <a:cs typeface="Times New Roman" panose="02020603050405020304" pitchFamily="18" charset="0"/>
              </a:rPr>
              <a:t>5)SUMMARY OF PIVOT LEVEL</a:t>
            </a:r>
            <a:endParaRPr lang="en-US" altLang="zh-CN" sz="1800" b="0" i="0" u="none" strike="noStrike" kern="0" cap="none" spc="0" baseline="0" dirty="0">
              <a:solidFill>
                <a:srgbClr val="C00000"/>
              </a:solidFill>
              <a:latin typeface="Times New Roman" panose="02020603050405020304" pitchFamily="18" charset="0"/>
              <a:cs typeface="Times New Roman" panose="02020603050405020304" pitchFamily="18" charset="0"/>
            </a:endParaRPr>
          </a:p>
          <a:p>
            <a:pPr marL="285750" indent="-285750" algn="l">
              <a:lnSpc>
                <a:spcPct val="100000"/>
              </a:lnSpc>
              <a:spcBef>
                <a:spcPts val="0"/>
              </a:spcBef>
              <a:spcAft>
                <a:spcPts val="0"/>
              </a:spcAft>
              <a:buFont typeface="Arial" panose="020B0604020202020204" pitchFamily="34" charset="0"/>
              <a:buChar char="•"/>
            </a:pPr>
            <a:r>
              <a:rPr lang="en-US" altLang="zh-CN" sz="1800" b="0" i="0" u="none" strike="noStrike" kern="0" cap="none" spc="0" baseline="0" dirty="0">
                <a:solidFill>
                  <a:schemeClr val="tx1"/>
                </a:solidFill>
                <a:latin typeface="Times New Roman" panose="02020603050405020304" pitchFamily="18" charset="0"/>
                <a:cs typeface="Times New Roman" panose="02020603050405020304" pitchFamily="18" charset="0"/>
              </a:rPr>
              <a:t>Segregating od certain features to rows, columns, heading and so on.</a:t>
            </a:r>
            <a:endParaRPr lang="en-US" altLang="zh-CN" sz="1800" b="0" i="0" u="none" strike="noStrike" kern="0" cap="none" spc="0" baseline="0" dirty="0">
              <a:solidFill>
                <a:schemeClr val="tx1"/>
              </a:solidFill>
              <a:latin typeface="Times New Roman" panose="02020603050405020304" pitchFamily="18" charset="0"/>
              <a:cs typeface="Times New Roman" panose="02020603050405020304" pitchFamily="18" charset="0"/>
            </a:endParaRPr>
          </a:p>
          <a:p>
            <a:pPr marL="0" indent="0" algn="l">
              <a:lnSpc>
                <a:spcPct val="100000"/>
              </a:lnSpc>
              <a:spcBef>
                <a:spcPts val="0"/>
              </a:spcBef>
              <a:spcAft>
                <a:spcPts val="0"/>
              </a:spcAft>
              <a:buNone/>
            </a:pPr>
            <a:endParaRPr lang="en-US" altLang="zh-CN" sz="1800" b="0" i="0" u="none" strike="noStrike" kern="0" cap="none" spc="0" baseline="0" dirty="0">
              <a:solidFill>
                <a:schemeClr val="tx1"/>
              </a:solidFill>
              <a:latin typeface="Times New Roman" panose="02020603050405020304" pitchFamily="18" charset="0"/>
              <a:cs typeface="Times New Roman" panose="02020603050405020304" pitchFamily="18" charset="0"/>
            </a:endParaRPr>
          </a:p>
          <a:p>
            <a:pPr marL="285750" indent="-285750" algn="l">
              <a:lnSpc>
                <a:spcPct val="100000"/>
              </a:lnSpc>
              <a:spcBef>
                <a:spcPts val="0"/>
              </a:spcBef>
              <a:spcAft>
                <a:spcPts val="0"/>
              </a:spcAft>
              <a:buFont typeface="Wingdings" panose="05000000000000000000" pitchFamily="2" charset="2"/>
              <a:buChar char="Ø"/>
            </a:pPr>
            <a:r>
              <a:rPr lang="en-US" altLang="zh-CN" sz="1800" b="0" i="0" u="none" strike="noStrike" kern="0" cap="none" spc="0" baseline="0" dirty="0">
                <a:solidFill>
                  <a:srgbClr val="C00000"/>
                </a:solidFill>
                <a:latin typeface="Times New Roman" panose="02020603050405020304" pitchFamily="18" charset="0"/>
                <a:cs typeface="Times New Roman" panose="02020603050405020304" pitchFamily="18" charset="0"/>
              </a:rPr>
              <a:t>6)VISUALIZATION:</a:t>
            </a:r>
            <a:endParaRPr lang="en-US" altLang="zh-CN" sz="1800" b="0" i="0" u="none" strike="noStrike" kern="0" cap="none" spc="0" baseline="0" dirty="0">
              <a:solidFill>
                <a:srgbClr val="C00000"/>
              </a:solidFill>
              <a:latin typeface="Times New Roman" panose="02020603050405020304" pitchFamily="18" charset="0"/>
              <a:cs typeface="Times New Roman" panose="02020603050405020304" pitchFamily="18" charset="0"/>
            </a:endParaRPr>
          </a:p>
          <a:p>
            <a:pPr marL="285750" indent="-285750" algn="l">
              <a:lnSpc>
                <a:spcPct val="100000"/>
              </a:lnSpc>
              <a:spcBef>
                <a:spcPts val="0"/>
              </a:spcBef>
              <a:spcAft>
                <a:spcPts val="0"/>
              </a:spcAft>
              <a:buFont typeface="Arial" panose="020B0604020202020204" pitchFamily="34" charset="0"/>
              <a:buChar char="•"/>
            </a:pPr>
            <a:r>
              <a:rPr lang="en-US" altLang="zh-CN" sz="1800" b="0" i="0" u="none" strike="noStrike" kern="0" cap="none" spc="0" baseline="0" dirty="0">
                <a:solidFill>
                  <a:schemeClr val="tx1"/>
                </a:solidFill>
                <a:latin typeface="Times New Roman" panose="02020603050405020304" pitchFamily="18" charset="0"/>
                <a:cs typeface="Times New Roman" panose="02020603050405020304" pitchFamily="18" charset="0"/>
              </a:rPr>
              <a:t>Once completed with pivot table, created the graph for precise visualization.</a:t>
            </a:r>
            <a:endParaRPr lang="en-US" altLang="zh-CN" sz="1800" b="0" i="0" u="none" strike="noStrike" kern="0" cap="none" spc="0" baseline="0" dirty="0">
              <a:solidFill>
                <a:schemeClr val="tx1"/>
              </a:solidFill>
              <a:latin typeface="Times New Roman" panose="02020603050405020304" pitchFamily="18" charset="0"/>
              <a:cs typeface="Times New Roman" panose="02020603050405020304" pitchFamily="18" charset="0"/>
            </a:endParaRPr>
          </a:p>
          <a:p>
            <a:pPr marL="0" indent="0" algn="l">
              <a:lnSpc>
                <a:spcPct val="100000"/>
              </a:lnSpc>
              <a:spcBef>
                <a:spcPts val="0"/>
              </a:spcBef>
              <a:spcAft>
                <a:spcPts val="0"/>
              </a:spcAft>
              <a:buNone/>
            </a:pPr>
            <a:endParaRPr lang="en-US" altLang="zh-CN" sz="1800" b="0" i="0" u="none" strike="noStrike" kern="0" cap="none" spc="0" baseline="0" dirty="0">
              <a:solidFill>
                <a:schemeClr val="tx1"/>
              </a:solidFill>
              <a:latin typeface="Calibri" panose="020F0502020204030204" charset="0"/>
              <a:ea typeface="SimSun" panose="02010600030101010101" pitchFamily="2" charset="-122"/>
              <a:cs typeface="Lucida Sans"/>
            </a:endParaRPr>
          </a:p>
          <a:p>
            <a:pPr marL="0" indent="0" algn="l">
              <a:lnSpc>
                <a:spcPct val="100000"/>
              </a:lnSpc>
              <a:spcBef>
                <a:spcPts val="0"/>
              </a:spcBef>
              <a:spcAft>
                <a:spcPts val="0"/>
              </a:spcAft>
              <a:buNone/>
            </a:pPr>
            <a:endParaRPr lang="zh-CN" altLang="en-US" sz="1800" b="0" i="0" u="none" strike="noStrike" kern="0" cap="none" spc="0" baseline="0" dirty="0">
              <a:solidFill>
                <a:schemeClr val="tx1"/>
              </a:solidFill>
              <a:latin typeface="Calibri" panose="020F0502020204030204" charset="0"/>
              <a:ea typeface="SimSun" panose="02010600030101010101" pitchFamily="2" charset="-122"/>
              <a:cs typeface="Lucida San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6" name="矩形"/>
          <p:cNvSpPr/>
          <p:nvPr/>
        </p:nvSpPr>
        <p:spPr>
          <a:xfrm>
            <a:off x="752474" y="6486037"/>
            <a:ext cx="1773555" cy="166369"/>
          </a:xfrm>
          <a:prstGeom prst="rect">
            <a:avLst/>
          </a:prstGeom>
          <a:noFill/>
          <a:ln w="12700" cap="flat" cmpd="sng">
            <a:noFill/>
            <a:prstDash val="solid"/>
            <a:miter/>
          </a:ln>
        </p:spPr>
        <p:txBody>
          <a:bodyPr vert="horz" wrap="square" lIns="0" tIns="0" rIns="0" bIns="0" anchor="t" anchorCtr="0">
            <a:spAutoFit/>
          </a:bodyPr>
          <a:lstStyle/>
          <a:p>
            <a:pPr marL="0" indent="0" algn="l">
              <a:lnSpc>
                <a:spcPts val="1275"/>
              </a:lnSpc>
              <a:spcBef>
                <a:spcPts val="0"/>
              </a:spcBef>
              <a:spcAft>
                <a:spcPts val="0"/>
              </a:spcAft>
              <a:buNone/>
            </a:pPr>
            <a:r>
              <a:rPr lang="en-US" altLang="zh-CN" sz="1100" b="0" i="0" u="none" strike="noStrike" kern="1200" cap="none" spc="20" baseline="0">
                <a:solidFill>
                  <a:srgbClr val="2D83C3"/>
                </a:solidFill>
                <a:latin typeface="Trebuchet MS" panose="020B0603020202020204" charset="0"/>
                <a:ea typeface="SimSun" panose="02010600030101010101" pitchFamily="2" charset="-122"/>
                <a:cs typeface="Trebuchet MS" panose="020B0603020202020204" charset="0"/>
              </a:rPr>
              <a:t>3/21/202</a:t>
            </a:r>
            <a:r>
              <a:rPr lang="en-US" altLang="zh-CN" sz="1100" b="0" i="0" u="none" strike="noStrike" kern="1200" cap="none" spc="10" baseline="0">
                <a:solidFill>
                  <a:srgbClr val="2D83C3"/>
                </a:solidFill>
                <a:latin typeface="Trebuchet MS" panose="020B0603020202020204" charset="0"/>
                <a:ea typeface="SimSun" panose="02010600030101010101" pitchFamily="2" charset="-122"/>
                <a:cs typeface="Trebuchet MS" panose="020B0603020202020204" charset="0"/>
              </a:rPr>
              <a:t>4</a:t>
            </a:r>
            <a:r>
              <a:rPr lang="en-US" altLang="zh-CN" sz="1100" b="0" i="0" u="none" strike="noStrike" kern="1200" cap="none" spc="0" baseline="0">
                <a:solidFill>
                  <a:srgbClr val="2D83C3"/>
                </a:solidFill>
                <a:latin typeface="Trebuchet MS" panose="020B0603020202020204" charset="0"/>
                <a:ea typeface="SimSun" panose="02010600030101010101" pitchFamily="2" charset="-122"/>
                <a:cs typeface="Trebuchet MS" panose="020B0603020202020204" charset="0"/>
              </a:rPr>
              <a:t> </a:t>
            </a:r>
            <a:r>
              <a:rPr lang="en-US" altLang="zh-CN" sz="1100" b="0" i="0" u="none" strike="noStrike" kern="1200" cap="none" spc="130" baseline="0">
                <a:solidFill>
                  <a:srgbClr val="2D83C3"/>
                </a:solidFill>
                <a:latin typeface="Trebuchet MS" panose="020B0603020202020204" charset="0"/>
                <a:ea typeface="SimSun" panose="02010600030101010101" pitchFamily="2" charset="-122"/>
                <a:cs typeface="Trebuchet MS" panose="020B0603020202020204" charset="0"/>
              </a:rPr>
              <a:t> </a:t>
            </a:r>
            <a:r>
              <a:rPr lang="en-US" altLang="zh-CN" sz="1100" b="1" i="0" u="none" strike="noStrike" kern="1200" cap="none" spc="50" baseline="0">
                <a:solidFill>
                  <a:srgbClr val="2D83C3"/>
                </a:solidFill>
                <a:latin typeface="Trebuchet MS" panose="020B0603020202020204" charset="0"/>
                <a:ea typeface="SimSun" panose="02010600030101010101" pitchFamily="2" charset="-122"/>
                <a:cs typeface="Trebuchet MS" panose="020B0603020202020204" charset="0"/>
              </a:rPr>
              <a:t>A</a:t>
            </a:r>
            <a:r>
              <a:rPr lang="en-US" altLang="zh-CN" sz="1100" b="1" i="0" u="none" strike="noStrike" kern="1200" cap="none" spc="15" baseline="0">
                <a:solidFill>
                  <a:srgbClr val="2D83C3"/>
                </a:solidFill>
                <a:latin typeface="Trebuchet MS" panose="020B0603020202020204" charset="0"/>
                <a:ea typeface="SimSun" panose="02010600030101010101" pitchFamily="2" charset="-122"/>
                <a:cs typeface="Trebuchet MS" panose="020B0603020202020204" charset="0"/>
              </a:rPr>
              <a:t>nnu</a:t>
            </a:r>
            <a:r>
              <a:rPr lang="en-US" altLang="zh-CN" sz="1100" b="1" i="0" u="none" strike="noStrike" kern="1200" cap="none" spc="10" baseline="0">
                <a:solidFill>
                  <a:srgbClr val="2D83C3"/>
                </a:solidFill>
                <a:latin typeface="Trebuchet MS" panose="020B0603020202020204" charset="0"/>
                <a:ea typeface="SimSun" panose="02010600030101010101" pitchFamily="2" charset="-122"/>
                <a:cs typeface="Trebuchet MS" panose="020B0603020202020204" charset="0"/>
              </a:rPr>
              <a:t>al</a:t>
            </a:r>
            <a:r>
              <a:rPr lang="en-US" altLang="zh-CN" sz="1100" b="1" i="0" u="none" strike="noStrike" kern="1200" cap="none" spc="-140" baseline="0">
                <a:solidFill>
                  <a:srgbClr val="2D83C3"/>
                </a:solidFill>
                <a:latin typeface="Trebuchet MS" panose="020B0603020202020204" charset="0"/>
                <a:ea typeface="SimSun" panose="02010600030101010101" pitchFamily="2" charset="-122"/>
                <a:cs typeface="Trebuchet MS" panose="020B0603020202020204" charset="0"/>
              </a:rPr>
              <a:t> </a:t>
            </a:r>
            <a:r>
              <a:rPr lang="en-US" altLang="zh-CN" sz="1100" b="1" i="0" u="none" strike="noStrike" kern="1200" cap="none" spc="0" baseline="0">
                <a:solidFill>
                  <a:srgbClr val="2D83C3"/>
                </a:solidFill>
                <a:latin typeface="Trebuchet MS" panose="020B0603020202020204" charset="0"/>
                <a:ea typeface="SimSun" panose="02010600030101010101" pitchFamily="2" charset="-122"/>
                <a:cs typeface="Trebuchet MS" panose="020B0603020202020204" charset="0"/>
              </a:rPr>
              <a:t>R</a:t>
            </a:r>
            <a:r>
              <a:rPr lang="en-US" altLang="zh-CN" sz="1100" b="1" i="0" u="none" strike="noStrike" kern="1200" cap="none" spc="35" baseline="0">
                <a:solidFill>
                  <a:srgbClr val="2D83C3"/>
                </a:solidFill>
                <a:latin typeface="Trebuchet MS" panose="020B0603020202020204" charset="0"/>
                <a:ea typeface="SimSun" panose="02010600030101010101" pitchFamily="2" charset="-122"/>
                <a:cs typeface="Trebuchet MS" panose="020B0603020202020204" charset="0"/>
              </a:rPr>
              <a:t>e</a:t>
            </a:r>
            <a:r>
              <a:rPr lang="en-US" altLang="zh-CN" sz="1100" b="1" i="0" u="none" strike="noStrike" kern="1200" cap="none" spc="90" baseline="0">
                <a:solidFill>
                  <a:srgbClr val="2D83C3"/>
                </a:solidFill>
                <a:latin typeface="Trebuchet MS" panose="020B0603020202020204" charset="0"/>
                <a:ea typeface="SimSun" panose="02010600030101010101" pitchFamily="2" charset="-122"/>
                <a:cs typeface="Trebuchet MS" panose="020B0603020202020204" charset="0"/>
              </a:rPr>
              <a:t>v</a:t>
            </a:r>
            <a:r>
              <a:rPr lang="en-US" altLang="zh-CN" sz="1100" b="1" i="0" u="none" strike="noStrike" kern="1200" cap="none" spc="-35" baseline="0">
                <a:solidFill>
                  <a:srgbClr val="2D83C3"/>
                </a:solidFill>
                <a:latin typeface="Trebuchet MS" panose="020B0603020202020204" charset="0"/>
                <a:ea typeface="SimSun" panose="02010600030101010101" pitchFamily="2" charset="-122"/>
                <a:cs typeface="Trebuchet MS" panose="020B0603020202020204" charset="0"/>
              </a:rPr>
              <a:t>i</a:t>
            </a:r>
            <a:r>
              <a:rPr lang="en-US" altLang="zh-CN" sz="1100" b="1" i="0" u="none" strike="noStrike" kern="1200" cap="none" spc="35" baseline="0">
                <a:solidFill>
                  <a:srgbClr val="2D83C3"/>
                </a:solidFill>
                <a:latin typeface="Trebuchet MS" panose="020B0603020202020204" charset="0"/>
                <a:ea typeface="SimSun" panose="02010600030101010101" pitchFamily="2" charset="-122"/>
                <a:cs typeface="Trebuchet MS" panose="020B0603020202020204" charset="0"/>
              </a:rPr>
              <a:t>e</a:t>
            </a:r>
            <a:r>
              <a:rPr lang="en-US" altLang="zh-CN" sz="1100" b="1" i="0" u="none" strike="noStrike" kern="1200" cap="none" spc="15" baseline="0">
                <a:solidFill>
                  <a:srgbClr val="2D83C3"/>
                </a:solidFill>
                <a:latin typeface="Trebuchet MS" panose="020B0603020202020204" charset="0"/>
                <a:ea typeface="SimSun" panose="02010600030101010101" pitchFamily="2" charset="-122"/>
                <a:cs typeface="Trebuchet MS" panose="020B0603020202020204" charset="0"/>
              </a:rPr>
              <a:t>w</a:t>
            </a:r>
            <a:endParaRPr lang="zh-CN" altLang="en-US" sz="1100" b="0" i="0" u="none" strike="noStrike" kern="1200" cap="none" spc="0" baseline="0">
              <a:solidFill>
                <a:schemeClr val="tx1"/>
              </a:solidFill>
              <a:latin typeface="Trebuchet MS" panose="020B0603020202020204" charset="0"/>
              <a:ea typeface="SimSun" panose="02010600030101010101" pitchFamily="2" charset="-122"/>
              <a:cs typeface="Trebuchet MS" panose="020B0603020202020204" charset="0"/>
            </a:endParaRPr>
          </a:p>
        </p:txBody>
      </p:sp>
      <p:sp>
        <p:nvSpPr>
          <p:cNvPr id="157" name="曲线"/>
          <p:cNvSpPr/>
          <p:nvPr/>
        </p:nvSpPr>
        <p:spPr>
          <a:xfrm>
            <a:off x="9353550" y="5362575"/>
            <a:ext cx="457199" cy="457200"/>
          </a:xfrm>
          <a:custGeom>
            <a:avLst/>
            <a:gdLst>
              <a:gd name="T1" fmla="*/ 0 w 21600"/>
              <a:gd name="T2" fmla="*/ 0 h 21600"/>
              <a:gd name="T3" fmla="*/ 21600 w 21600"/>
              <a:gd name="T4" fmla="*/ 21600 h 21600"/>
            </a:gdLst>
            <a:ahLst/>
            <a:cxnLst/>
            <a:rect l="T1" t="T2" r="T3" b="T4"/>
            <a:pathLst>
              <a:path w="21600" h="21600">
                <a:moveTo>
                  <a:pt x="21600" y="0"/>
                </a:moveTo>
                <a:lnTo>
                  <a:pt x="0" y="0"/>
                </a:lnTo>
                <a:lnTo>
                  <a:pt x="0" y="21600"/>
                </a:lnTo>
                <a:lnTo>
                  <a:pt x="21600" y="21600"/>
                </a:lnTo>
                <a:lnTo>
                  <a:pt x="21600" y="0"/>
                </a:lnTo>
                <a:close/>
              </a:path>
            </a:pathLst>
          </a:custGeom>
          <a:solidFill>
            <a:srgbClr val="42AF51"/>
          </a:solidFill>
          <a:ln cap="flat" cmpd="sng">
            <a:noFill/>
            <a:prstDash val="solid"/>
            <a:miter/>
          </a:ln>
        </p:spPr>
      </p:sp>
      <p:sp>
        <p:nvSpPr>
          <p:cNvPr id="158" name="曲线"/>
          <p:cNvSpPr/>
          <p:nvPr/>
        </p:nvSpPr>
        <p:spPr>
          <a:xfrm>
            <a:off x="6696075" y="1695450"/>
            <a:ext cx="314324" cy="323850"/>
          </a:xfrm>
          <a:custGeom>
            <a:avLst/>
            <a:gdLst>
              <a:gd name="T1" fmla="*/ 0 w 21600"/>
              <a:gd name="T2" fmla="*/ 0 h 21600"/>
              <a:gd name="T3" fmla="*/ 21600 w 21600"/>
              <a:gd name="T4" fmla="*/ 21600 h 21600"/>
            </a:gdLst>
            <a:ahLst/>
            <a:cxnLst/>
            <a:rect l="T1" t="T2" r="T3" b="T4"/>
            <a:pathLst>
              <a:path w="21600" h="21600">
                <a:moveTo>
                  <a:pt x="21600" y="0"/>
                </a:moveTo>
                <a:lnTo>
                  <a:pt x="0" y="0"/>
                </a:lnTo>
                <a:lnTo>
                  <a:pt x="0" y="21600"/>
                </a:lnTo>
                <a:lnTo>
                  <a:pt x="21600" y="21600"/>
                </a:lnTo>
                <a:lnTo>
                  <a:pt x="21600" y="0"/>
                </a:lnTo>
                <a:close/>
              </a:path>
            </a:pathLst>
          </a:custGeom>
          <a:solidFill>
            <a:srgbClr val="2D83C3"/>
          </a:solidFill>
          <a:ln cap="flat" cmpd="sng">
            <a:noFill/>
            <a:prstDash val="solid"/>
            <a:miter/>
          </a:ln>
        </p:spPr>
      </p:sp>
      <p:sp>
        <p:nvSpPr>
          <p:cNvPr id="159" name="曲线"/>
          <p:cNvSpPr/>
          <p:nvPr/>
        </p:nvSpPr>
        <p:spPr>
          <a:xfrm>
            <a:off x="9353550" y="5895975"/>
            <a:ext cx="180975" cy="180975"/>
          </a:xfrm>
          <a:custGeom>
            <a:avLst/>
            <a:gdLst>
              <a:gd name="T1" fmla="*/ 0 w 21600"/>
              <a:gd name="T2" fmla="*/ 0 h 21600"/>
              <a:gd name="T3" fmla="*/ 21600 w 21600"/>
              <a:gd name="T4" fmla="*/ 21600 h 21600"/>
            </a:gdLst>
            <a:ahLst/>
            <a:cxnLst/>
            <a:rect l="T1" t="T2" r="T3" b="T4"/>
            <a:pathLst>
              <a:path w="21600" h="21600">
                <a:moveTo>
                  <a:pt x="21600" y="0"/>
                </a:moveTo>
                <a:lnTo>
                  <a:pt x="0" y="0"/>
                </a:lnTo>
                <a:lnTo>
                  <a:pt x="0" y="21600"/>
                </a:lnTo>
                <a:lnTo>
                  <a:pt x="21600" y="21600"/>
                </a:lnTo>
                <a:lnTo>
                  <a:pt x="21600" y="0"/>
                </a:lnTo>
                <a:close/>
              </a:path>
            </a:pathLst>
          </a:custGeom>
          <a:solidFill>
            <a:srgbClr val="2D936B"/>
          </a:solidFill>
          <a:ln cap="flat" cmpd="sng">
            <a:noFill/>
            <a:prstDash val="solid"/>
            <a:miter/>
          </a:ln>
        </p:spPr>
      </p:sp>
      <p:pic>
        <p:nvPicPr>
          <p:cNvPr id="160" name="图片"/>
          <p:cNvPicPr/>
          <p:nvPr/>
        </p:nvPicPr>
        <p:blipFill>
          <a:blip r:embed="rId1" cstate="print"/>
          <a:stretch>
            <a:fillRect/>
          </a:stretch>
        </p:blipFill>
        <p:spPr>
          <a:xfrm>
            <a:off x="66675" y="3381373"/>
            <a:ext cx="2466975" cy="3419474"/>
          </a:xfrm>
          <a:prstGeom prst="rect">
            <a:avLst/>
          </a:prstGeom>
          <a:noFill/>
          <a:ln w="12700" cap="flat" cmpd="sng">
            <a:noFill/>
            <a:prstDash val="solid"/>
            <a:miter/>
          </a:ln>
        </p:spPr>
      </p:pic>
      <p:sp>
        <p:nvSpPr>
          <p:cNvPr id="161" name="文本框"/>
          <p:cNvSpPr>
            <a:spLocks noGrp="1"/>
          </p:cNvSpPr>
          <p:nvPr>
            <p:ph type="title"/>
          </p:nvPr>
        </p:nvSpPr>
        <p:spPr>
          <a:xfrm>
            <a:off x="755332" y="385444"/>
            <a:ext cx="10681335" cy="664210"/>
          </a:xfrm>
          <a:prstGeom prst="rect">
            <a:avLst/>
          </a:prstGeom>
          <a:noFill/>
          <a:ln w="12700" cap="flat" cmpd="sng">
            <a:noFill/>
            <a:prstDash val="solid"/>
            <a:miter/>
          </a:ln>
        </p:spPr>
        <p:txBody>
          <a:bodyPr vert="horz" wrap="square" lIns="0" tIns="16510" rIns="0" bIns="0" anchor="t" anchorCtr="0">
            <a:spAutoFit/>
          </a:bodyPr>
          <a:lstStyle/>
          <a:p>
            <a:pPr marL="12700" indent="0" algn="l">
              <a:lnSpc>
                <a:spcPct val="100000"/>
              </a:lnSpc>
              <a:spcBef>
                <a:spcPts val="130"/>
              </a:spcBef>
              <a:spcAft>
                <a:spcPts val="0"/>
              </a:spcAft>
              <a:buNone/>
            </a:pPr>
            <a:r>
              <a:rPr lang="en-US" altLang="zh-CN" sz="4250" b="1" i="0" u="none" strike="noStrike" kern="0" cap="none" spc="15" baseline="0">
                <a:solidFill>
                  <a:schemeClr val="tx1"/>
                </a:solidFill>
                <a:latin typeface="Trebuchet MS" panose="020B0603020202020204" charset="0"/>
                <a:ea typeface="SimSun" panose="02010600030101010101" pitchFamily="2" charset="-122"/>
                <a:cs typeface="Trebuchet MS" panose="020B0603020202020204" charset="0"/>
              </a:rPr>
              <a:t>THE</a:t>
            </a:r>
            <a:r>
              <a:rPr lang="en-US" altLang="zh-CN" sz="4250" b="1" i="0" u="none" strike="noStrike" kern="0" cap="none" spc="20" baseline="0">
                <a:solidFill>
                  <a:schemeClr val="tx1"/>
                </a:solidFill>
                <a:latin typeface="Trebuchet MS" panose="020B0603020202020204" charset="0"/>
                <a:ea typeface="SimSun" panose="02010600030101010101" pitchFamily="2" charset="-122"/>
                <a:cs typeface="Trebuchet MS" panose="020B0603020202020204" charset="0"/>
              </a:rPr>
              <a:t> "</a:t>
            </a:r>
            <a:r>
              <a:rPr lang="en-US" altLang="zh-CN" sz="4250" b="1" i="0" u="none" strike="noStrike" kern="0" cap="none" spc="10" baseline="0">
                <a:solidFill>
                  <a:schemeClr val="tx1"/>
                </a:solidFill>
                <a:latin typeface="Trebuchet MS" panose="020B0603020202020204" charset="0"/>
                <a:ea typeface="SimSun" panose="02010600030101010101" pitchFamily="2" charset="-122"/>
                <a:cs typeface="Trebuchet MS" panose="020B0603020202020204" charset="0"/>
              </a:rPr>
              <a:t>WOW"</a:t>
            </a:r>
            <a:r>
              <a:rPr lang="en-US" altLang="zh-CN" sz="4250" b="1" i="0" u="none" strike="noStrike" kern="0" cap="none" spc="85" baseline="0">
                <a:solidFill>
                  <a:schemeClr val="tx1"/>
                </a:solidFill>
                <a:latin typeface="Trebuchet MS" panose="020B0603020202020204" charset="0"/>
                <a:ea typeface="SimSun" panose="02010600030101010101" pitchFamily="2" charset="-122"/>
                <a:cs typeface="Trebuchet MS" panose="020B0603020202020204" charset="0"/>
              </a:rPr>
              <a:t> </a:t>
            </a:r>
            <a:r>
              <a:rPr lang="en-US" altLang="zh-CN" sz="4250" b="1" i="0" u="none" strike="noStrike" kern="0" cap="none" spc="10" baseline="0">
                <a:solidFill>
                  <a:schemeClr val="tx1"/>
                </a:solidFill>
                <a:latin typeface="Trebuchet MS" panose="020B0603020202020204" charset="0"/>
                <a:ea typeface="SimSun" panose="02010600030101010101" pitchFamily="2" charset="-122"/>
                <a:cs typeface="Trebuchet MS" panose="020B0603020202020204" charset="0"/>
              </a:rPr>
              <a:t>IN</a:t>
            </a:r>
            <a:r>
              <a:rPr lang="en-US" altLang="zh-CN" sz="4250" b="1" i="0" u="none" strike="noStrike" kern="0" cap="none" spc="-5" baseline="0">
                <a:solidFill>
                  <a:schemeClr val="tx1"/>
                </a:solidFill>
                <a:latin typeface="Trebuchet MS" panose="020B0603020202020204" charset="0"/>
                <a:ea typeface="SimSun" panose="02010600030101010101" pitchFamily="2" charset="-122"/>
                <a:cs typeface="Trebuchet MS" panose="020B0603020202020204" charset="0"/>
              </a:rPr>
              <a:t> </a:t>
            </a:r>
            <a:r>
              <a:rPr lang="en-US" altLang="zh-CN" sz="4250" b="1" i="0" u="none" strike="noStrike" kern="0" cap="none" spc="15" baseline="0">
                <a:solidFill>
                  <a:schemeClr val="tx1"/>
                </a:solidFill>
                <a:latin typeface="Trebuchet MS" panose="020B0603020202020204" charset="0"/>
                <a:ea typeface="SimSun" panose="02010600030101010101" pitchFamily="2" charset="-122"/>
                <a:cs typeface="Trebuchet MS" panose="020B0603020202020204" charset="0"/>
              </a:rPr>
              <a:t>OUR</a:t>
            </a:r>
            <a:r>
              <a:rPr lang="en-US" altLang="zh-CN" sz="4250" b="1" i="0" u="none" strike="noStrike" kern="0" cap="none" spc="-10" baseline="0">
                <a:solidFill>
                  <a:schemeClr val="tx1"/>
                </a:solidFill>
                <a:latin typeface="Trebuchet MS" panose="020B0603020202020204" charset="0"/>
                <a:ea typeface="SimSun" panose="02010600030101010101" pitchFamily="2" charset="-122"/>
                <a:cs typeface="Trebuchet MS" panose="020B0603020202020204" charset="0"/>
              </a:rPr>
              <a:t> </a:t>
            </a:r>
            <a:r>
              <a:rPr lang="en-US" altLang="zh-CN" sz="4250" b="1" i="0" u="none" strike="noStrike" kern="0" cap="none" spc="20" baseline="0">
                <a:solidFill>
                  <a:schemeClr val="tx1"/>
                </a:solidFill>
                <a:latin typeface="Trebuchet MS" panose="020B0603020202020204" charset="0"/>
                <a:ea typeface="SimSun" panose="02010600030101010101" pitchFamily="2" charset="-122"/>
                <a:cs typeface="Trebuchet MS" panose="020B0603020202020204" charset="0"/>
              </a:rPr>
              <a:t>SOLUTION</a:t>
            </a:r>
            <a:endParaRPr lang="zh-CN" altLang="en-US" sz="4250" b="1" i="0" u="none" strike="noStrike" kern="0" cap="none" spc="0" baseline="0">
              <a:solidFill>
                <a:schemeClr val="tx1"/>
              </a:solidFill>
              <a:latin typeface="Trebuchet MS" panose="020B0603020202020204" charset="0"/>
              <a:ea typeface="SimSun" panose="02010600030101010101" pitchFamily="2" charset="-122"/>
              <a:cs typeface="Trebuchet MS" panose="020B0603020202020204" charset="0"/>
            </a:endParaRPr>
          </a:p>
        </p:txBody>
      </p:sp>
      <p:sp>
        <p:nvSpPr>
          <p:cNvPr id="162" name="文本框"/>
          <p:cNvSpPr>
            <a:spLocks noGrp="1"/>
          </p:cNvSpPr>
          <p:nvPr>
            <p:ph type="body" idx="1"/>
          </p:nvPr>
        </p:nvSpPr>
        <p:spPr>
          <a:xfrm>
            <a:off x="2362200" y="1148252"/>
            <a:ext cx="8305800" cy="5078312"/>
          </a:xfrm>
          <a:prstGeom prst="rect">
            <a:avLst/>
          </a:prstGeom>
          <a:noFill/>
          <a:ln w="12700" cap="flat" cmpd="sng">
            <a:noFill/>
            <a:prstDash val="solid"/>
            <a:miter/>
          </a:ln>
        </p:spPr>
        <p:txBody>
          <a:bodyPr vert="horz" wrap="square" lIns="91440" tIns="45720" rIns="91440" bIns="45720" anchor="t" anchorCtr="0"/>
          <a:lstStyle/>
          <a:p>
            <a:pPr marL="0" indent="0" algn="l">
              <a:lnSpc>
                <a:spcPct val="100000"/>
              </a:lnSpc>
              <a:spcBef>
                <a:spcPts val="0"/>
              </a:spcBef>
              <a:spcAft>
                <a:spcPts val="0"/>
              </a:spcAft>
              <a:buNone/>
            </a:pPr>
            <a:r>
              <a:rPr lang="en-US" altLang="zh-CN" sz="2400" b="1" i="0" u="none" strike="noStrike" kern="0" cap="none" spc="0" baseline="0">
                <a:latin typeface="Times New Roman" panose="02020603050405020304" pitchFamily="18" charset="0"/>
                <a:ea typeface="SimSun" panose="02010600030101010101" pitchFamily="2" charset="-122"/>
                <a:cs typeface="Times New Roman" panose="02020603050405020304" pitchFamily="18" charset="0"/>
              </a:rPr>
              <a:t>Personalized Insights:</a:t>
            </a:r>
            <a:endParaRPr lang="en-US" altLang="zh-CN" sz="2400" b="0" i="0" u="none" strike="noStrike" kern="0" cap="none" spc="0" baseline="0">
              <a:latin typeface="Times New Roman" panose="02020603050405020304" pitchFamily="18" charset="0"/>
              <a:ea typeface="SimSun" panose="02010600030101010101" pitchFamily="2" charset="-122"/>
              <a:cs typeface="Times New Roman" panose="02020603050405020304" pitchFamily="18" charset="0"/>
            </a:endParaRPr>
          </a:p>
          <a:p>
            <a:pPr marL="742950" lvl="1" indent="-285750" algn="l">
              <a:lnSpc>
                <a:spcPct val="100000"/>
              </a:lnSpc>
              <a:spcBef>
                <a:spcPts val="0"/>
              </a:spcBef>
              <a:spcAft>
                <a:spcPts val="0"/>
              </a:spcAft>
              <a:buFont typeface="Arial" panose="020B0604020202020204" pitchFamily="34" charset="0"/>
              <a:buChar char="•"/>
            </a:pPr>
            <a:r>
              <a:rPr lang="en-US" altLang="zh-CN" sz="2400" b="0" i="0" u="none" strike="noStrike" kern="0" cap="none" spc="0" baseline="0">
                <a:latin typeface="Times New Roman" panose="02020603050405020304" pitchFamily="18" charset="0"/>
                <a:ea typeface="SimSun" panose="02010600030101010101" pitchFamily="2" charset="-122"/>
                <a:cs typeface="Times New Roman" panose="02020603050405020304" pitchFamily="18" charset="0"/>
              </a:rPr>
              <a:t>Custom feedback tailored to individual strengths and career goals.</a:t>
            </a:r>
            <a:endParaRPr lang="en-US" altLang="zh-CN" sz="2400" b="0" i="0" u="none" strike="noStrike" kern="0" cap="none" spc="0" baseline="0">
              <a:latin typeface="Times New Roman" panose="02020603050405020304" pitchFamily="18" charset="0"/>
              <a:ea typeface="SimSun" panose="02010600030101010101" pitchFamily="2" charset="-122"/>
              <a:cs typeface="Times New Roman" panose="02020603050405020304" pitchFamily="18" charset="0"/>
            </a:endParaRPr>
          </a:p>
          <a:p>
            <a:pPr marL="742950" lvl="1" indent="-285750" algn="l">
              <a:lnSpc>
                <a:spcPct val="100000"/>
              </a:lnSpc>
              <a:spcBef>
                <a:spcPts val="0"/>
              </a:spcBef>
              <a:spcAft>
                <a:spcPts val="0"/>
              </a:spcAft>
              <a:buFont typeface="Arial" panose="020B0604020202020204" pitchFamily="34" charset="0"/>
              <a:buChar char="•"/>
            </a:pPr>
            <a:r>
              <a:rPr lang="en-US" altLang="zh-CN" sz="2400" b="0" i="0" u="none" strike="noStrike" kern="0" cap="none" spc="0" baseline="0">
                <a:latin typeface="Times New Roman" panose="02020603050405020304" pitchFamily="18" charset="0"/>
                <a:ea typeface="SimSun" panose="02010600030101010101" pitchFamily="2" charset="-122"/>
                <a:cs typeface="Times New Roman" panose="02020603050405020304" pitchFamily="18" charset="0"/>
              </a:rPr>
              <a:t>Development plans with clear, actionable steps for growth.</a:t>
            </a:r>
            <a:endParaRPr lang="en-US" altLang="zh-CN" sz="2400" b="0" i="0" u="none" strike="noStrike" kern="0" cap="none" spc="0" baseline="0">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r>
              <a:rPr lang="en-US" altLang="zh-CN" sz="2400" b="1" i="0" u="none" strike="noStrike" kern="0" cap="none" spc="0" baseline="0">
                <a:latin typeface="Times New Roman" panose="02020603050405020304" pitchFamily="18" charset="0"/>
                <a:ea typeface="SimSun" panose="02010600030101010101" pitchFamily="2" charset="-122"/>
                <a:cs typeface="Times New Roman" panose="02020603050405020304" pitchFamily="18" charset="0"/>
              </a:rPr>
              <a:t>Real-Time Analytics:</a:t>
            </a:r>
            <a:endParaRPr lang="en-US" altLang="zh-CN" sz="2400" b="0" i="0" u="none" strike="noStrike" kern="0" cap="none" spc="0" baseline="0">
              <a:latin typeface="Times New Roman" panose="02020603050405020304" pitchFamily="18" charset="0"/>
              <a:ea typeface="SimSun" panose="02010600030101010101" pitchFamily="2" charset="-122"/>
              <a:cs typeface="Times New Roman" panose="02020603050405020304" pitchFamily="18" charset="0"/>
            </a:endParaRPr>
          </a:p>
          <a:p>
            <a:pPr marL="742950" lvl="1" indent="-285750" algn="l">
              <a:lnSpc>
                <a:spcPct val="100000"/>
              </a:lnSpc>
              <a:spcBef>
                <a:spcPts val="0"/>
              </a:spcBef>
              <a:spcAft>
                <a:spcPts val="0"/>
              </a:spcAft>
              <a:buFont typeface="Arial" panose="020B0604020202020204" pitchFamily="34" charset="0"/>
              <a:buChar char="•"/>
            </a:pPr>
            <a:r>
              <a:rPr lang="en-US" altLang="zh-CN" sz="2400" b="0" i="0" u="none" strike="noStrike" kern="0" cap="none" spc="0" baseline="0">
                <a:latin typeface="Times New Roman" panose="02020603050405020304" pitchFamily="18" charset="0"/>
                <a:ea typeface="SimSun" panose="02010600030101010101" pitchFamily="2" charset="-122"/>
                <a:cs typeface="Times New Roman" panose="02020603050405020304" pitchFamily="18" charset="0"/>
              </a:rPr>
              <a:t>Instant performance tracking and feedback.</a:t>
            </a:r>
            <a:endParaRPr lang="en-US" altLang="zh-CN" sz="2400" b="0" i="0" u="none" strike="noStrike" kern="0" cap="none" spc="0" baseline="0">
              <a:latin typeface="Times New Roman" panose="02020603050405020304" pitchFamily="18" charset="0"/>
              <a:ea typeface="SimSun" panose="02010600030101010101" pitchFamily="2" charset="-122"/>
              <a:cs typeface="Times New Roman" panose="02020603050405020304" pitchFamily="18" charset="0"/>
            </a:endParaRPr>
          </a:p>
          <a:p>
            <a:pPr marL="742950" lvl="1" indent="-285750" algn="l">
              <a:lnSpc>
                <a:spcPct val="100000"/>
              </a:lnSpc>
              <a:spcBef>
                <a:spcPts val="0"/>
              </a:spcBef>
              <a:spcAft>
                <a:spcPts val="0"/>
              </a:spcAft>
              <a:buFont typeface="Arial" panose="020B0604020202020204" pitchFamily="34" charset="0"/>
              <a:buChar char="•"/>
            </a:pPr>
            <a:r>
              <a:rPr lang="en-US" altLang="zh-CN" sz="2400" b="0" i="0" u="none" strike="noStrike" kern="0" cap="none" spc="0" baseline="0">
                <a:latin typeface="Times New Roman" panose="02020603050405020304" pitchFamily="18" charset="0"/>
                <a:ea typeface="SimSun" panose="02010600030101010101" pitchFamily="2" charset="-122"/>
                <a:cs typeface="Times New Roman" panose="02020603050405020304" pitchFamily="18" charset="0"/>
              </a:rPr>
              <a:t>Predictive insights to anticipate future trends and needs.</a:t>
            </a:r>
            <a:endParaRPr lang="en-US" altLang="zh-CN" sz="2400" b="0" i="0" u="none" strike="noStrike" kern="0" cap="none" spc="0" baseline="0">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r>
              <a:rPr lang="en-US" altLang="zh-CN" sz="2400" b="1" i="0" u="none" strike="noStrike" kern="0" cap="none" spc="0" baseline="0">
                <a:latin typeface="Times New Roman" panose="02020603050405020304" pitchFamily="18" charset="0"/>
                <a:ea typeface="SimSun" panose="02010600030101010101" pitchFamily="2" charset="-122"/>
                <a:cs typeface="Times New Roman" panose="02020603050405020304" pitchFamily="18" charset="0"/>
              </a:rPr>
              <a:t>Engaging Experience:</a:t>
            </a:r>
            <a:endParaRPr lang="en-US" altLang="zh-CN" sz="2400" b="0" i="0" u="none" strike="noStrike" kern="0" cap="none" spc="0" baseline="0">
              <a:latin typeface="Times New Roman" panose="02020603050405020304" pitchFamily="18" charset="0"/>
              <a:ea typeface="SimSun" panose="02010600030101010101" pitchFamily="2" charset="-122"/>
              <a:cs typeface="Times New Roman" panose="02020603050405020304" pitchFamily="18" charset="0"/>
            </a:endParaRPr>
          </a:p>
          <a:p>
            <a:pPr marL="742950" lvl="1" indent="-285750" algn="l">
              <a:lnSpc>
                <a:spcPct val="100000"/>
              </a:lnSpc>
              <a:spcBef>
                <a:spcPts val="0"/>
              </a:spcBef>
              <a:spcAft>
                <a:spcPts val="0"/>
              </a:spcAft>
              <a:buFont typeface="Arial" panose="020B0604020202020204" pitchFamily="34" charset="0"/>
              <a:buChar char="•"/>
            </a:pPr>
            <a:r>
              <a:rPr lang="en-US" altLang="zh-CN" sz="2400" b="0" i="0" u="none" strike="noStrike" kern="0" cap="none" spc="0" baseline="0">
                <a:latin typeface="Times New Roman" panose="02020603050405020304" pitchFamily="18" charset="0"/>
                <a:ea typeface="SimSun" panose="02010600030101010101" pitchFamily="2" charset="-122"/>
                <a:cs typeface="Times New Roman" panose="02020603050405020304" pitchFamily="18" charset="0"/>
              </a:rPr>
              <a:t>Gamified elements to motivate and reward high performance.</a:t>
            </a:r>
            <a:endParaRPr lang="en-US" altLang="zh-CN" sz="2400" b="0" i="0" u="none" strike="noStrike" kern="0" cap="none" spc="0" baseline="0">
              <a:latin typeface="Times New Roman" panose="02020603050405020304" pitchFamily="18" charset="0"/>
              <a:ea typeface="SimSun" panose="02010600030101010101" pitchFamily="2" charset="-122"/>
              <a:cs typeface="Times New Roman" panose="02020603050405020304" pitchFamily="18" charset="0"/>
            </a:endParaRPr>
          </a:p>
          <a:p>
            <a:pPr marL="742950" lvl="1" indent="-285750" algn="l">
              <a:lnSpc>
                <a:spcPct val="100000"/>
              </a:lnSpc>
              <a:spcBef>
                <a:spcPts val="0"/>
              </a:spcBef>
              <a:spcAft>
                <a:spcPts val="0"/>
              </a:spcAft>
              <a:buFont typeface="Arial" panose="020B0604020202020204" pitchFamily="34" charset="0"/>
              <a:buChar char="•"/>
            </a:pPr>
            <a:r>
              <a:rPr lang="en-US" altLang="zh-CN" sz="2400" b="0" i="0" u="none" strike="noStrike" kern="0" cap="none" spc="0" baseline="0">
                <a:latin typeface="Times New Roman" panose="02020603050405020304" pitchFamily="18" charset="0"/>
                <a:ea typeface="SimSun" panose="02010600030101010101" pitchFamily="2" charset="-122"/>
                <a:cs typeface="Times New Roman" panose="02020603050405020304" pitchFamily="18" charset="0"/>
              </a:rPr>
              <a:t>Intuitive, mobile-friendly interface for on-the-go access.</a:t>
            </a:r>
            <a:endParaRPr lang="en-US" altLang="zh-CN" sz="2400" b="0" i="0" u="none" strike="noStrike" kern="0" cap="none" spc="0" baseline="0">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r>
              <a:rPr lang="en-US" altLang="zh-CN" sz="2400" b="1" i="0" u="none" strike="noStrike" kern="0" cap="none" spc="0" baseline="0">
                <a:latin typeface="Times New Roman" panose="02020603050405020304" pitchFamily="18" charset="0"/>
                <a:ea typeface="SimSun" panose="02010600030101010101" pitchFamily="2" charset="-122"/>
                <a:cs typeface="Times New Roman" panose="02020603050405020304" pitchFamily="18" charset="0"/>
              </a:rPr>
              <a:t>Holistic Approach:</a:t>
            </a:r>
            <a:endParaRPr lang="en-US" altLang="zh-CN" sz="2400" b="0" i="0" u="none" strike="noStrike" kern="0" cap="none" spc="0" baseline="0">
              <a:latin typeface="Times New Roman" panose="02020603050405020304" pitchFamily="18" charset="0"/>
              <a:ea typeface="SimSun" panose="02010600030101010101" pitchFamily="2" charset="-122"/>
              <a:cs typeface="Times New Roman" panose="02020603050405020304" pitchFamily="18" charset="0"/>
            </a:endParaRPr>
          </a:p>
          <a:p>
            <a:pPr marL="742950" lvl="1" indent="-285750" algn="l">
              <a:lnSpc>
                <a:spcPct val="100000"/>
              </a:lnSpc>
              <a:spcBef>
                <a:spcPts val="0"/>
              </a:spcBef>
              <a:spcAft>
                <a:spcPts val="0"/>
              </a:spcAft>
              <a:buFont typeface="Arial" panose="020B0604020202020204" pitchFamily="34" charset="0"/>
              <a:buChar char="•"/>
            </a:pPr>
            <a:r>
              <a:rPr lang="en-US" altLang="zh-CN" sz="2400" b="0" i="0" u="none" strike="noStrike" kern="0" cap="none" spc="0" baseline="0">
                <a:latin typeface="Times New Roman" panose="02020603050405020304" pitchFamily="18" charset="0"/>
                <a:ea typeface="SimSun" panose="02010600030101010101" pitchFamily="2" charset="-122"/>
                <a:cs typeface="Times New Roman" panose="02020603050405020304" pitchFamily="18" charset="0"/>
              </a:rPr>
              <a:t>360-degree feedback for a comprehensive evaluation.</a:t>
            </a:r>
            <a:endParaRPr lang="en-US" altLang="zh-CN" sz="2400" b="0" i="0" u="none" strike="noStrike" kern="0" cap="none" spc="0" baseline="0">
              <a:latin typeface="Times New Roman" panose="02020603050405020304" pitchFamily="18" charset="0"/>
              <a:ea typeface="SimSun" panose="02010600030101010101" pitchFamily="2" charset="-122"/>
              <a:cs typeface="Times New Roman" panose="02020603050405020304" pitchFamily="18" charset="0"/>
            </a:endParaRPr>
          </a:p>
          <a:p>
            <a:pPr marL="742950" lvl="1" indent="-285750" algn="l">
              <a:lnSpc>
                <a:spcPct val="100000"/>
              </a:lnSpc>
              <a:spcBef>
                <a:spcPts val="0"/>
              </a:spcBef>
              <a:spcAft>
                <a:spcPts val="0"/>
              </a:spcAft>
              <a:buFont typeface="Arial" panose="020B0604020202020204" pitchFamily="34" charset="0"/>
              <a:buChar char="•"/>
            </a:pPr>
            <a:r>
              <a:rPr lang="en-US" altLang="zh-CN" sz="2400" b="0" i="0" u="none" strike="noStrike" kern="0" cap="none" spc="0" baseline="0">
                <a:latin typeface="Times New Roman" panose="02020603050405020304" pitchFamily="18" charset="0"/>
                <a:ea typeface="SimSun" panose="02010600030101010101" pitchFamily="2" charset="-122"/>
                <a:cs typeface="Times New Roman" panose="02020603050405020304" pitchFamily="18" charset="0"/>
              </a:rPr>
              <a:t>Integration of employee wellness into performance metrics.</a:t>
            </a:r>
            <a:endParaRPr lang="en-US" altLang="zh-CN" sz="2400" b="0" i="0" u="none" strike="noStrike" kern="0" cap="none" spc="0" baseline="0">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endParaRPr lang="zh-CN" altLang="en-US" sz="1800" b="0" i="0" u="none" strike="noStrike" kern="0" cap="none" spc="0" baseline="0">
              <a:latin typeface="Times New Roman" panose="02020603050405020304" pitchFamily="18" charset="0"/>
              <a:ea typeface="SimSun" panose="02010600030101010101" pitchFamily="2" charset="-122"/>
              <a:cs typeface="Times New Roman" panose="02020603050405020304" pitchFamily="18" charset="0"/>
            </a:endParaRPr>
          </a:p>
        </p:txBody>
      </p:sp>
      <p:sp>
        <p:nvSpPr>
          <p:cNvPr id="163" name="矩形"/>
          <p:cNvSpPr/>
          <p:nvPr/>
        </p:nvSpPr>
        <p:spPr>
          <a:xfrm>
            <a:off x="11277218" y="6473336"/>
            <a:ext cx="228600" cy="168909"/>
          </a:xfrm>
          <a:prstGeom prst="rect">
            <a:avLst/>
          </a:prstGeom>
          <a:noFill/>
          <a:ln w="12700" cap="flat" cmpd="sng">
            <a:noFill/>
            <a:prstDash val="solid"/>
            <a:miter/>
          </a:ln>
        </p:spPr>
        <p:txBody>
          <a:bodyPr vert="horz" wrap="square" lIns="0" tIns="6985" rIns="0" bIns="0" anchor="t" anchorCtr="0">
            <a:spAutoFit/>
          </a:bodyPr>
          <a:lstStyle/>
          <a:p>
            <a:pPr marL="38100" indent="0" algn="l">
              <a:lnSpc>
                <a:spcPct val="100000"/>
              </a:lnSpc>
              <a:spcBef>
                <a:spcPts val="55"/>
              </a:spcBef>
              <a:spcAft>
                <a:spcPts val="0"/>
              </a:spcAft>
              <a:buNone/>
            </a:pPr>
            <a:fld id="{CAD2D6BD-DE1B-4B5F-8B41-2702339687B9}" type="slidenum">
              <a:rPr lang="en-US" altLang="zh-CN" sz="1100" b="0" i="0" u="none" strike="noStrike" kern="1200" cap="none" spc="10" baseline="0">
                <a:solidFill>
                  <a:srgbClr val="2D936B"/>
                </a:solidFill>
                <a:latin typeface="Trebuchet MS" panose="020B0603020202020204" charset="0"/>
                <a:ea typeface="SimSun" panose="02010600030101010101" pitchFamily="2" charset="-122"/>
                <a:cs typeface="Trebuchet MS" panose="020B0603020202020204" charset="0"/>
              </a:rPr>
            </a:fld>
            <a:endParaRPr lang="zh-CN" altLang="en-US" sz="1100" b="0" i="0" u="none" strike="noStrike" kern="1200" cap="none" spc="0" baseline="0">
              <a:solidFill>
                <a:schemeClr val="tx1"/>
              </a:solidFill>
              <a:latin typeface="Trebuchet MS" panose="020B0603020202020204" charset="0"/>
              <a:ea typeface="SimSun" panose="02010600030101010101" pitchFamily="2" charset="-122"/>
              <a:cs typeface="Trebuchet MS" panose="020B0603020202020204" charset="0"/>
            </a:endParaRPr>
          </a:p>
        </p:txBody>
      </p:sp>
      <p:sp>
        <p:nvSpPr>
          <p:cNvPr id="164" name="矩形"/>
          <p:cNvSpPr/>
          <p:nvPr/>
        </p:nvSpPr>
        <p:spPr>
          <a:xfrm>
            <a:off x="2857500" y="2300436"/>
            <a:ext cx="8534018" cy="948690"/>
          </a:xfrm>
          <a:prstGeom prst="rect">
            <a:avLst/>
          </a:prstGeom>
          <a:noFill/>
          <a:ln w="12700" cap="flat" cmpd="sng">
            <a:noFill/>
            <a:prstDash val="solid"/>
            <a:miter/>
          </a:ln>
        </p:spPr>
        <p:txBody>
          <a:bodyPr vert="horz" wrap="square" lIns="91440" tIns="45720" rIns="91440" bIns="45720" anchor="t" anchorCtr="0">
            <a:spAutoFit/>
          </a:bodyPr>
          <a:lstStyle/>
          <a:p>
            <a:pPr marL="0" indent="0" algn="l">
              <a:lnSpc>
                <a:spcPct val="100000"/>
              </a:lnSpc>
              <a:spcBef>
                <a:spcPts val="0"/>
              </a:spcBef>
              <a:spcAft>
                <a:spcPts val="0"/>
              </a:spcAft>
              <a:buFont typeface="Arial" panose="020B0604020202020204" pitchFamily="34" charset="0"/>
              <a:buChar char="•"/>
            </a:pPr>
            <a:endParaRPr lang="en-US" altLang="zh-CN" sz="2800" b="0" i="0" u="none" strike="noStrike" kern="1200" cap="none" spc="0" baseline="0">
              <a:solidFill>
                <a:srgbClr val="0D0D0D"/>
              </a:solidFill>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endParaRPr lang="zh-CN" altLang="en-US" sz="28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3" name="曲线"/>
          <p:cNvSpPr/>
          <p:nvPr/>
        </p:nvSpPr>
        <p:spPr>
          <a:xfrm>
            <a:off x="9353550" y="5362575"/>
            <a:ext cx="457199" cy="457200"/>
          </a:xfrm>
          <a:custGeom>
            <a:avLst/>
            <a:gdLst>
              <a:gd name="T1" fmla="*/ 0 w 21600"/>
              <a:gd name="T2" fmla="*/ 0 h 21600"/>
              <a:gd name="T3" fmla="*/ 21600 w 21600"/>
              <a:gd name="T4" fmla="*/ 21600 h 21600"/>
            </a:gdLst>
            <a:ahLst/>
            <a:cxnLst/>
            <a:rect l="T1" t="T2" r="T3" b="T4"/>
            <a:pathLst>
              <a:path w="21600" h="21600">
                <a:moveTo>
                  <a:pt x="21600" y="0"/>
                </a:moveTo>
                <a:lnTo>
                  <a:pt x="0" y="0"/>
                </a:lnTo>
                <a:lnTo>
                  <a:pt x="0" y="21600"/>
                </a:lnTo>
                <a:lnTo>
                  <a:pt x="21600" y="21600"/>
                </a:lnTo>
                <a:lnTo>
                  <a:pt x="21600" y="0"/>
                </a:lnTo>
                <a:close/>
              </a:path>
            </a:pathLst>
          </a:custGeom>
          <a:solidFill>
            <a:srgbClr val="42AF51"/>
          </a:solidFill>
          <a:ln cap="flat" cmpd="sng">
            <a:noFill/>
            <a:prstDash val="solid"/>
            <a:miter/>
          </a:ln>
        </p:spPr>
      </p:sp>
      <p:sp>
        <p:nvSpPr>
          <p:cNvPr id="174" name="曲线"/>
          <p:cNvSpPr/>
          <p:nvPr/>
        </p:nvSpPr>
        <p:spPr>
          <a:xfrm>
            <a:off x="6696075" y="1695450"/>
            <a:ext cx="314324" cy="323850"/>
          </a:xfrm>
          <a:custGeom>
            <a:avLst/>
            <a:gdLst>
              <a:gd name="T1" fmla="*/ 0 w 21600"/>
              <a:gd name="T2" fmla="*/ 0 h 21600"/>
              <a:gd name="T3" fmla="*/ 21600 w 21600"/>
              <a:gd name="T4" fmla="*/ 21600 h 21600"/>
            </a:gdLst>
            <a:ahLst/>
            <a:cxnLst/>
            <a:rect l="T1" t="T2" r="T3" b="T4"/>
            <a:pathLst>
              <a:path w="21600" h="21600">
                <a:moveTo>
                  <a:pt x="21600" y="0"/>
                </a:moveTo>
                <a:lnTo>
                  <a:pt x="0" y="0"/>
                </a:lnTo>
                <a:lnTo>
                  <a:pt x="0" y="21600"/>
                </a:lnTo>
                <a:lnTo>
                  <a:pt x="21600" y="21600"/>
                </a:lnTo>
                <a:lnTo>
                  <a:pt x="21600" y="0"/>
                </a:lnTo>
                <a:close/>
              </a:path>
            </a:pathLst>
          </a:custGeom>
          <a:solidFill>
            <a:srgbClr val="2D83C3"/>
          </a:solidFill>
          <a:ln cap="flat" cmpd="sng">
            <a:noFill/>
            <a:prstDash val="solid"/>
            <a:miter/>
          </a:ln>
        </p:spPr>
      </p:sp>
      <p:sp>
        <p:nvSpPr>
          <p:cNvPr id="175" name="曲线"/>
          <p:cNvSpPr/>
          <p:nvPr/>
        </p:nvSpPr>
        <p:spPr>
          <a:xfrm>
            <a:off x="9353550" y="5895975"/>
            <a:ext cx="180975" cy="180975"/>
          </a:xfrm>
          <a:custGeom>
            <a:avLst/>
            <a:gdLst>
              <a:gd name="T1" fmla="*/ 0 w 21600"/>
              <a:gd name="T2" fmla="*/ 0 h 21600"/>
              <a:gd name="T3" fmla="*/ 21600 w 21600"/>
              <a:gd name="T4" fmla="*/ 21600 h 21600"/>
            </a:gdLst>
            <a:ahLst/>
            <a:cxnLst/>
            <a:rect l="T1" t="T2" r="T3" b="T4"/>
            <a:pathLst>
              <a:path w="21600" h="21600">
                <a:moveTo>
                  <a:pt x="21600" y="0"/>
                </a:moveTo>
                <a:lnTo>
                  <a:pt x="0" y="0"/>
                </a:lnTo>
                <a:lnTo>
                  <a:pt x="0" y="21600"/>
                </a:lnTo>
                <a:lnTo>
                  <a:pt x="21600" y="21600"/>
                </a:lnTo>
                <a:lnTo>
                  <a:pt x="21600" y="0"/>
                </a:lnTo>
                <a:close/>
              </a:path>
            </a:pathLst>
          </a:custGeom>
          <a:solidFill>
            <a:srgbClr val="2D936B"/>
          </a:solidFill>
          <a:ln cap="flat" cmpd="sng">
            <a:noFill/>
            <a:prstDash val="solid"/>
            <a:miter/>
          </a:ln>
        </p:spPr>
      </p:sp>
      <p:pic>
        <p:nvPicPr>
          <p:cNvPr id="176" name="图片"/>
          <p:cNvPicPr/>
          <p:nvPr/>
        </p:nvPicPr>
        <p:blipFill>
          <a:blip r:embed="rId1" cstate="print"/>
          <a:stretch>
            <a:fillRect/>
          </a:stretch>
        </p:blipFill>
        <p:spPr>
          <a:xfrm>
            <a:off x="1666874" y="6467475"/>
            <a:ext cx="76200" cy="177799"/>
          </a:xfrm>
          <a:prstGeom prst="rect">
            <a:avLst/>
          </a:prstGeom>
          <a:noFill/>
          <a:ln w="12700" cap="flat" cmpd="sng">
            <a:noFill/>
            <a:prstDash val="solid"/>
            <a:miter/>
          </a:ln>
        </p:spPr>
      </p:pic>
      <p:sp>
        <p:nvSpPr>
          <p:cNvPr id="177" name="文本框"/>
          <p:cNvSpPr>
            <a:spLocks noGrp="1"/>
          </p:cNvSpPr>
          <p:nvPr>
            <p:ph type="title"/>
          </p:nvPr>
        </p:nvSpPr>
        <p:spPr>
          <a:xfrm>
            <a:off x="755332" y="385444"/>
            <a:ext cx="10681335" cy="737235"/>
          </a:xfrm>
          <a:prstGeom prst="rect">
            <a:avLst/>
          </a:prstGeom>
          <a:noFill/>
          <a:ln w="12700" cap="flat" cmpd="sng">
            <a:noFill/>
            <a:prstDash val="solid"/>
            <a:miter/>
          </a:ln>
        </p:spPr>
        <p:txBody>
          <a:bodyPr vert="horz" wrap="square" lIns="0" tIns="13334" rIns="0" bIns="0" anchor="t" anchorCtr="0">
            <a:spAutoFit/>
          </a:bodyPr>
          <a:lstStyle/>
          <a:p>
            <a:pPr marL="12700" indent="0" algn="l">
              <a:lnSpc>
                <a:spcPct val="100000"/>
              </a:lnSpc>
              <a:spcBef>
                <a:spcPts val="105"/>
              </a:spcBef>
              <a:spcAft>
                <a:spcPts val="0"/>
              </a:spcAft>
              <a:buNone/>
            </a:pPr>
            <a:r>
              <a:rPr lang="en-US" altLang="zh-CN" sz="4800" b="1" i="0" u="none" strike="noStrike" kern="0" cap="none" spc="0" baseline="0">
                <a:solidFill>
                  <a:schemeClr val="tx1"/>
                </a:solidFill>
                <a:latin typeface="Trebuchet MS" panose="020B0603020202020204" charset="0"/>
                <a:ea typeface="SimSun" panose="02010600030101010101" pitchFamily="2" charset="-122"/>
                <a:cs typeface="Trebuchet MS" panose="020B0603020202020204" charset="0"/>
              </a:rPr>
              <a:t>R</a:t>
            </a:r>
            <a:r>
              <a:rPr lang="en-US" altLang="zh-CN" sz="4800" b="1" i="0" u="none" strike="noStrike" kern="0" cap="none" spc="-40" baseline="0">
                <a:solidFill>
                  <a:schemeClr val="tx1"/>
                </a:solidFill>
                <a:latin typeface="Trebuchet MS" panose="020B0603020202020204" charset="0"/>
                <a:ea typeface="SimSun" panose="02010600030101010101" pitchFamily="2" charset="-122"/>
                <a:cs typeface="Trebuchet MS" panose="020B0603020202020204" charset="0"/>
              </a:rPr>
              <a:t>E</a:t>
            </a:r>
            <a:r>
              <a:rPr lang="en-US" altLang="zh-CN" sz="4800" b="1" i="0" u="none" strike="noStrike" kern="0" cap="none" spc="15" baseline="0">
                <a:solidFill>
                  <a:schemeClr val="tx1"/>
                </a:solidFill>
                <a:latin typeface="Trebuchet MS" panose="020B0603020202020204" charset="0"/>
                <a:ea typeface="SimSun" panose="02010600030101010101" pitchFamily="2" charset="-122"/>
                <a:cs typeface="Trebuchet MS" panose="020B0603020202020204" charset="0"/>
              </a:rPr>
              <a:t>S</a:t>
            </a:r>
            <a:r>
              <a:rPr lang="en-US" altLang="zh-CN" sz="4800" b="1" i="0" u="none" strike="noStrike" kern="0" cap="none" spc="-30" baseline="0">
                <a:solidFill>
                  <a:schemeClr val="tx1"/>
                </a:solidFill>
                <a:latin typeface="Trebuchet MS" panose="020B0603020202020204" charset="0"/>
                <a:ea typeface="SimSun" panose="02010600030101010101" pitchFamily="2" charset="-122"/>
                <a:cs typeface="Trebuchet MS" panose="020B0603020202020204" charset="0"/>
              </a:rPr>
              <a:t>U</a:t>
            </a:r>
            <a:r>
              <a:rPr lang="en-US" altLang="zh-CN" sz="4800" b="1" i="0" u="none" strike="noStrike" kern="0" cap="none" spc="-405" baseline="0">
                <a:solidFill>
                  <a:schemeClr val="tx1"/>
                </a:solidFill>
                <a:latin typeface="Trebuchet MS" panose="020B0603020202020204" charset="0"/>
                <a:ea typeface="SimSun" panose="02010600030101010101" pitchFamily="2" charset="-122"/>
                <a:cs typeface="Trebuchet MS" panose="020B0603020202020204" charset="0"/>
              </a:rPr>
              <a:t>L</a:t>
            </a:r>
            <a:r>
              <a:rPr lang="en-US" altLang="zh-CN" sz="4800" b="1" i="0" u="none" strike="noStrike" kern="0" cap="none" spc="0" baseline="0">
                <a:solidFill>
                  <a:schemeClr val="tx1"/>
                </a:solidFill>
                <a:latin typeface="Trebuchet MS" panose="020B0603020202020204" charset="0"/>
                <a:ea typeface="SimSun" panose="02010600030101010101" pitchFamily="2" charset="-122"/>
                <a:cs typeface="Trebuchet MS" panose="020B0603020202020204" charset="0"/>
              </a:rPr>
              <a:t>TS</a:t>
            </a:r>
            <a:endParaRPr lang="zh-CN" altLang="en-US" sz="4800" b="1" i="0" u="none" strike="noStrike" kern="0" cap="none" spc="0" baseline="0">
              <a:solidFill>
                <a:schemeClr val="tx1"/>
              </a:solidFill>
              <a:latin typeface="Trebuchet MS" panose="020B0603020202020204" charset="0"/>
              <a:ea typeface="SimSun" panose="02010600030101010101" pitchFamily="2" charset="-122"/>
              <a:cs typeface="Trebuchet MS" panose="020B0603020202020204" charset="0"/>
            </a:endParaRPr>
          </a:p>
        </p:txBody>
      </p:sp>
      <p:sp>
        <p:nvSpPr>
          <p:cNvPr id="178" name="文本框"/>
          <p:cNvSpPr>
            <a:spLocks noGrp="1"/>
          </p:cNvSpPr>
          <p:nvPr>
            <p:ph type="body" idx="1"/>
          </p:nvPr>
        </p:nvSpPr>
        <p:spPr>
          <a:xfrm>
            <a:off x="609600" y="1577340"/>
            <a:ext cx="10972800" cy="784830"/>
          </a:xfrm>
          <a:prstGeom prst="rect">
            <a:avLst/>
          </a:prstGeom>
          <a:noFill/>
          <a:ln w="12700" cap="flat" cmpd="sng">
            <a:noFill/>
            <a:prstDash val="solid"/>
            <a:miter/>
          </a:ln>
        </p:spPr>
        <p:txBody>
          <a:bodyPr vert="horz" wrap="square" lIns="91440" tIns="45720" rIns="91440" bIns="45720" anchor="t" anchorCtr="0"/>
          <a:lstStyle/>
          <a:p>
            <a:pPr marL="0" indent="0" algn="l">
              <a:lnSpc>
                <a:spcPct val="100000"/>
              </a:lnSpc>
              <a:spcBef>
                <a:spcPts val="0"/>
              </a:spcBef>
              <a:spcAft>
                <a:spcPts val="0"/>
              </a:spcAft>
              <a:buNone/>
            </a:pPr>
            <a:r>
              <a:rPr lang="en-US" altLang="zh-CN" sz="1500" b="0" i="0" u="none" strike="noStrike" kern="0" cap="none" spc="0" baseline="0" dirty="0">
                <a:latin typeface="Times New Roman" panose="02020603050405020304" pitchFamily="18" charset="0"/>
                <a:ea typeface="SimSun" panose="02010600030101010101" pitchFamily="2" charset="-122"/>
                <a:cs typeface="Times New Roman" panose="02020603050405020304" pitchFamily="18" charset="0"/>
              </a:rPr>
              <a:t>FORMULAS:</a:t>
            </a:r>
            <a:endParaRPr lang="en-US" altLang="zh-CN" sz="1500" b="0" i="0" u="none" strike="noStrike" kern="0" cap="none" spc="0" baseline="0" dirty="0">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endParaRPr lang="en-US" altLang="zh-CN" sz="1500" b="0" i="0" u="none" strike="noStrike" kern="0" cap="none" spc="0" baseline="0" dirty="0">
              <a:latin typeface="Times New Roman" panose="02020603050405020304" pitchFamily="18" charset="0"/>
              <a:ea typeface="SimSun" panose="02010600030101010101" pitchFamily="2" charset="-122"/>
              <a:cs typeface="Times New Roman" panose="02020603050405020304" pitchFamily="18" charset="0"/>
            </a:endParaRPr>
          </a:p>
          <a:p>
            <a:pPr marL="0" indent="0" algn="l">
              <a:lnSpc>
                <a:spcPct val="100000"/>
              </a:lnSpc>
              <a:spcBef>
                <a:spcPts val="0"/>
              </a:spcBef>
              <a:spcAft>
                <a:spcPts val="0"/>
              </a:spcAft>
              <a:buNone/>
            </a:pPr>
            <a:r>
              <a:rPr lang="en-US" altLang="zh-CN" sz="1500" b="0" i="0" u="none" strike="noStrike" kern="0" cap="none" spc="0" baseline="0" dirty="0">
                <a:latin typeface="Times New Roman" panose="02020603050405020304" pitchFamily="18" charset="0"/>
                <a:ea typeface="SimSun" panose="02010600030101010101" pitchFamily="2" charset="-122"/>
                <a:cs typeface="Times New Roman" panose="02020603050405020304" pitchFamily="18" charset="0"/>
              </a:rPr>
              <a:t>                =IFS(Z8&gt;=5,"VERY HIGH",Z8&gt;=4,"HIGH",Z8&gt;=3,"MED",TRUE,"LOW")</a:t>
            </a:r>
            <a:endParaRPr lang="zh-CN" altLang="en-US" sz="1500" b="0" i="0" u="none" strike="noStrike" kern="0" cap="none" spc="0" baseline="0" dirty="0">
              <a:latin typeface="Times New Roman" panose="02020603050405020304" pitchFamily="18" charset="0"/>
              <a:ea typeface="SimSun" panose="02010600030101010101" pitchFamily="2" charset="-122"/>
              <a:cs typeface="Times New Roman" panose="02020603050405020304" pitchFamily="18" charset="0"/>
            </a:endParaRPr>
          </a:p>
        </p:txBody>
      </p:sp>
      <p:sp>
        <p:nvSpPr>
          <p:cNvPr id="179" name="矩形"/>
          <p:cNvSpPr/>
          <p:nvPr/>
        </p:nvSpPr>
        <p:spPr>
          <a:xfrm>
            <a:off x="11277218" y="6473336"/>
            <a:ext cx="228600" cy="168909"/>
          </a:xfrm>
          <a:prstGeom prst="rect">
            <a:avLst/>
          </a:prstGeom>
          <a:noFill/>
          <a:ln w="12700" cap="flat" cmpd="sng">
            <a:noFill/>
            <a:prstDash val="solid"/>
            <a:miter/>
          </a:ln>
        </p:spPr>
        <p:txBody>
          <a:bodyPr vert="horz" wrap="square" lIns="0" tIns="6985" rIns="0" bIns="0" anchor="t" anchorCtr="0">
            <a:spAutoFit/>
          </a:bodyPr>
          <a:lstStyle/>
          <a:p>
            <a:pPr marL="38100" indent="0" algn="l">
              <a:lnSpc>
                <a:spcPct val="100000"/>
              </a:lnSpc>
              <a:spcBef>
                <a:spcPts val="55"/>
              </a:spcBef>
              <a:spcAft>
                <a:spcPts val="0"/>
              </a:spcAft>
              <a:buNone/>
            </a:pPr>
            <a:fld id="{CAD2D6BD-DE1B-4B5F-8B41-2702339687B9}" type="slidenum">
              <a:rPr lang="en-US" altLang="zh-CN" sz="1100" b="0" i="0" u="none" strike="noStrike" kern="1200" cap="none" spc="10" baseline="0">
                <a:solidFill>
                  <a:srgbClr val="2D936B"/>
                </a:solidFill>
                <a:latin typeface="Trebuchet MS" panose="020B0603020202020204" charset="0"/>
                <a:ea typeface="SimSun" panose="02010600030101010101" pitchFamily="2" charset="-122"/>
                <a:cs typeface="Trebuchet MS" panose="020B0603020202020204" charset="0"/>
              </a:rPr>
            </a:fld>
            <a:endParaRPr lang="zh-CN" altLang="en-US" sz="1100" b="0" i="0" u="none" strike="noStrike" kern="1200" cap="none" spc="0" baseline="0">
              <a:solidFill>
                <a:schemeClr val="tx1"/>
              </a:solidFill>
              <a:latin typeface="Trebuchet MS" panose="020B0603020202020204" charset="0"/>
              <a:ea typeface="SimSun" panose="02010600030101010101" pitchFamily="2" charset="-122"/>
              <a:cs typeface="Trebuchet MS" panose="020B060302020202020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2" name="文本框"/>
          <p:cNvSpPr>
            <a:spLocks noGrp="1"/>
          </p:cNvSpPr>
          <p:nvPr>
            <p:ph type="title"/>
          </p:nvPr>
        </p:nvSpPr>
        <p:spPr>
          <a:xfrm>
            <a:off x="755332" y="385444"/>
            <a:ext cx="10681335" cy="758190"/>
          </a:xfrm>
          <a:prstGeom prst="rect">
            <a:avLst/>
          </a:prstGeom>
          <a:noFill/>
          <a:ln w="12700" cap="flat" cmpd="sng">
            <a:noFill/>
            <a:prstDash val="solid"/>
            <a:miter/>
          </a:ln>
        </p:spPr>
        <p:txBody>
          <a:bodyPr vert="horz" wrap="square" lIns="91440" tIns="45720" rIns="91440" bIns="45720" anchor="t" anchorCtr="0"/>
          <a:lstStyle/>
          <a:p>
            <a:pPr marL="0" indent="0" algn="l">
              <a:lnSpc>
                <a:spcPct val="100000"/>
              </a:lnSpc>
              <a:spcBef>
                <a:spcPts val="0"/>
              </a:spcBef>
              <a:spcAft>
                <a:spcPts val="0"/>
              </a:spcAft>
              <a:buNone/>
            </a:pPr>
            <a:r>
              <a:rPr lang="en-US" altLang="zh-CN" sz="4800" b="1" i="0" u="none" strike="noStrike" kern="0" cap="none" spc="0" baseline="0" dirty="0">
                <a:solidFill>
                  <a:schemeClr val="tx1"/>
                </a:solidFill>
                <a:latin typeface="Times New Roman" panose="02020603050405020304" pitchFamily="18" charset="0"/>
                <a:ea typeface="SimSun" panose="02010600030101010101" pitchFamily="2" charset="-122"/>
                <a:cs typeface="Times New Roman" panose="02020603050405020304" pitchFamily="18" charset="0"/>
              </a:rPr>
              <a:t>conclusion</a:t>
            </a:r>
            <a:endParaRPr lang="zh-CN" altLang="en-US" sz="4800" b="1" i="0" u="none" strike="noStrike" kern="0" cap="none" spc="0" baseline="0" dirty="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p:txBody>
      </p:sp>
      <p:sp>
        <p:nvSpPr>
          <p:cNvPr id="183" name="文本框"/>
          <p:cNvSpPr>
            <a:spLocks noGrp="1"/>
          </p:cNvSpPr>
          <p:nvPr>
            <p:ph type="body" idx="1"/>
          </p:nvPr>
        </p:nvSpPr>
        <p:spPr>
          <a:xfrm>
            <a:off x="609600" y="1577340"/>
            <a:ext cx="10744201" cy="4154984"/>
          </a:xfrm>
          <a:prstGeom prst="rect">
            <a:avLst/>
          </a:prstGeom>
          <a:noFill/>
          <a:ln w="12700" cap="flat" cmpd="sng">
            <a:noFill/>
            <a:prstDash val="solid"/>
            <a:miter/>
          </a:ln>
        </p:spPr>
        <p:txBody>
          <a:bodyPr vert="horz" wrap="square" lIns="91440" tIns="45720" rIns="91440" bIns="45720" anchor="t" anchorCtr="0"/>
          <a:lstStyle/>
          <a:p>
            <a:pPr marL="0" indent="0" algn="just">
              <a:lnSpc>
                <a:spcPct val="100000"/>
              </a:lnSpc>
              <a:spcBef>
                <a:spcPts val="0"/>
              </a:spcBef>
              <a:spcAft>
                <a:spcPts val="0"/>
              </a:spcAft>
              <a:buNone/>
            </a:pPr>
            <a:r>
              <a:rPr lang="en-US" altLang="zh-CN" sz="2400" b="0" i="0" u="none" strike="noStrike" kern="0" cap="none" spc="0" baseline="0" dirty="0">
                <a:latin typeface="Times New Roman" panose="02020603050405020304" pitchFamily="18" charset="0"/>
                <a:ea typeface="SimSun" panose="02010600030101010101" pitchFamily="2" charset="-122"/>
                <a:cs typeface="Times New Roman" panose="02020603050405020304" pitchFamily="18" charset="0"/>
              </a:rPr>
              <a:t>	Our employee performance analysis solution empowers individuals with deep, personalized insights, enabling them to clearly understand their strengths and areas for growth. By offering real-time analytics and predictive tools, it allows for data-driven decisions that foster continuous improvement. The engaging experience, enhanced by gamification and mobile accessibility, boosts both motivation and productivity. Additionally, our holistic approach, which integrates 360-degree feedback and wellness considerations, ensures a comprehensive evaluation of performance. Ultimately, this solution provides a strategic advantage, aligning individual contributions with organizational goals and driving overall business success. Our innovative approach not only meets expectations but delivers a "WOW" experience that transforms how organizations and employees achieve success together.</a:t>
            </a:r>
            <a:endParaRPr lang="zh-CN" altLang="en-US" sz="2400" b="0" i="0" u="none" strike="noStrike" kern="0" cap="none" spc="0" baseline="0" dirty="0">
              <a:latin typeface="Times New Roman" panose="02020603050405020304" pitchFamily="18" charset="0"/>
              <a:ea typeface="SimSun" panose="02010600030101010101" pitchFamily="2" charset="-122"/>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Theme">
      <a:majorFont>
        <a:latin typeface=""/>
        <a:ea typeface=""/>
        <a:cs typeface=""/>
      </a:majorFont>
      <a:minorFont>
        <a:latin typeface=""/>
        <a:ea typeface=""/>
        <a:cs typeface=""/>
      </a:minorFont>
    </a:fontScheme>
    <a:fmtScheme name="Office Theme">
      <a:fillStyleLst>
        <a:solidFill>
          <a:schemeClr val="phClr"/>
        </a:solidFill>
        <a:gradFill/>
        <a:gradFill/>
      </a:fillStyleLst>
      <a:lnStyleLst>
        <a:ln/>
        <a:ln/>
        <a:ln/>
      </a:lnStyleLst>
      <a:effectStyleLst>
        <a:effectStyle>
          <a:effectLst/>
        </a:effectStyle>
        <a:effectStyle>
          <a:effectLst/>
        </a:effectStyle>
        <a:effectStyle>
          <a:effectLst/>
        </a:effectStyle>
      </a:effectStyleLst>
      <a:bgFillStyleLst>
        <a:solidFill>
          <a:schemeClr val="phClr"/>
        </a:solidFill>
        <a:gradFill/>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notesMaster1">
  <a:themeElements>
    <a:clrScheme name="notesMaster1">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notesMaster1">
      <a:majorFont>
        <a:latin typeface=""/>
        <a:ea typeface=""/>
        <a:cs typeface=""/>
      </a:majorFont>
      <a:minorFont>
        <a:latin typeface=""/>
        <a:ea typeface=""/>
        <a:cs typeface=""/>
      </a:minorFont>
    </a:fontScheme>
    <a:fmtScheme name="notesMaster1">
      <a:fillStyleLst>
        <a:solidFill>
          <a:schemeClr val="phClr"/>
        </a:solidFill>
        <a:gradFill/>
        <a:gradFill/>
      </a:fillStyleLst>
      <a:lnStyleLst>
        <a:ln/>
        <a:ln/>
        <a:ln/>
      </a:lnStyleLst>
      <a:effectStyleLst>
        <a:effectStyle>
          <a:effectLst/>
        </a:effectStyle>
        <a:effectStyle>
          <a:effectLst/>
        </a:effectStyle>
        <a:effectStyle>
          <a:effectLst/>
        </a:effectStyle>
      </a:effectStyleLst>
      <a:bgFillStyleLst>
        <a:solidFill>
          <a:schemeClr val="phClr"/>
        </a:solidFill>
        <a:gradFill/>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Normal.eit</Template>
  <TotalTime>0</TotalTime>
  <Words>4382</Words>
  <Application>WPS Presentation</Application>
  <PresentationFormat>Widescreen</PresentationFormat>
  <Paragraphs>159</Paragraphs>
  <Slides>12</Slides>
  <Notes>12</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12</vt:i4>
      </vt:variant>
    </vt:vector>
  </HeadingPairs>
  <TitlesOfParts>
    <vt:vector size="27" baseType="lpstr">
      <vt:lpstr>Arial</vt:lpstr>
      <vt:lpstr>SimSun</vt:lpstr>
      <vt:lpstr>Wingdings</vt:lpstr>
      <vt:lpstr>Droid Sans</vt:lpstr>
      <vt:lpstr>Segoe Print</vt:lpstr>
      <vt:lpstr>Trebuchet MS</vt:lpstr>
      <vt:lpstr>Calibri</vt:lpstr>
      <vt:lpstr>等线</vt:lpstr>
      <vt:lpstr>Times New Roman</vt:lpstr>
      <vt:lpstr>Roboto</vt:lpstr>
      <vt:lpstr>Lucida Sans</vt:lpstr>
      <vt:lpstr>Microsoft YaHei</vt:lpstr>
      <vt:lpstr>Arial Unicode MS</vt:lpstr>
      <vt:lpstr>Lucida Sans Unicode</vt:lpstr>
      <vt:lpstr>Office Theme</vt:lpstr>
      <vt:lpstr>Employee Data Analysis using Excel  </vt:lpstr>
      <vt:lpstr>PROJECT TITLE</vt:lpstr>
      <vt:lpstr>AGENDA</vt:lpstr>
      <vt:lpstr>PROBLEM	STATEMENT</vt:lpstr>
      <vt:lpstr>PROJECT	OVERVIEW</vt:lpstr>
      <vt:lpstr>WHO ARE THE END USERS?</vt:lpstr>
      <vt:lpstr>OUR SOLUTION AND ITS VALUE PROPOSITION</vt:lpstr>
      <vt:lpstr>Dataset Description</vt:lpstr>
      <vt:lpstr>PowerPoint 演示文稿</vt:lpstr>
      <vt:lpstr>THE "WOW" IN OUR SOLUTION</vt:lpstr>
      <vt:lpstr>RESULTS</vt:lpstr>
      <vt:lpstr>conclusion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prabakaran sivaleela</dc:creator>
  <cp:lastModifiedBy>ELCOT</cp:lastModifiedBy>
  <cp:revision>50</cp:revision>
  <dcterms:created xsi:type="dcterms:W3CDTF">2024-09-30T16:38:54Z</dcterms:created>
  <dcterms:modified xsi:type="dcterms:W3CDTF">2024-09-30T16:41:45Z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F2D884441A5445529F841632C5F28AC8_13</vt:lpwstr>
  </property>
  <property fmtid="{D5CDD505-2E9C-101B-9397-08002B2CF9AE}" pid="3" name="KSOProductBuildVer">
    <vt:lpwstr>1033-12.2.0.18283</vt:lpwstr>
  </property>
</Properties>
</file>